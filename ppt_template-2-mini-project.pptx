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25"/>
  </p:notesMasterIdLst>
  <p:sldIdLst>
    <p:sldId id="256" r:id="rId6"/>
    <p:sldId id="257" r:id="rId7"/>
    <p:sldId id="270" r:id="rId8"/>
    <p:sldId id="258" r:id="rId9"/>
    <p:sldId id="259" r:id="rId10"/>
    <p:sldId id="260" r:id="rId11"/>
    <p:sldId id="261" r:id="rId12"/>
    <p:sldId id="273" r:id="rId13"/>
    <p:sldId id="262" r:id="rId14"/>
    <p:sldId id="263" r:id="rId15"/>
    <p:sldId id="264" r:id="rId16"/>
    <p:sldId id="265" r:id="rId17"/>
    <p:sldId id="266" r:id="rId18"/>
    <p:sldId id="267" r:id="rId19"/>
    <p:sldId id="274" r:id="rId20"/>
    <p:sldId id="271" r:id="rId21"/>
    <p:sldId id="268" r:id="rId22"/>
    <p:sldId id="269" r:id="rId23"/>
    <p:sldId id="272"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E48897-5849-434A-8472-6948E7BD79C1}" v="13" dt="2024-12-03T18:42:21.4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60"/>
  </p:normalViewPr>
  <p:slideViewPr>
    <p:cSldViewPr snapToGrid="0" showGuides="1">
      <p:cViewPr varScale="1">
        <p:scale>
          <a:sx n="78" d="100"/>
          <a:sy n="78" d="100"/>
        </p:scale>
        <p:origin x="1594" y="6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5/10/relationships/revisionInfo" Target="revisionInfo.xml"/></Relationships>
</file>

<file path=ppt/diagrams/_rels/data4.xml.rels><?xml version="1.0" encoding="UTF-8" standalone="yes"?>
<Relationships xmlns="http://schemas.openxmlformats.org/package/2006/relationships"><Relationship Id="rId1" Type="http://schemas.openxmlformats.org/officeDocument/2006/relationships/image" Target="../media/image14.png"/></Relationships>
</file>

<file path=ppt/diagrams/_rels/drawing4.xml.rels><?xml version="1.0" encoding="UTF-8" standalone="yes"?>
<Relationships xmlns="http://schemas.openxmlformats.org/package/2006/relationships"><Relationship Id="rId1"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865449-B5C2-4A8C-8C6F-2DB60B790E9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C5B75C3C-644E-486E-B0F8-D64FEF5CDC0A}">
      <dgm:prSet/>
      <dgm:spPr/>
      <dgm:t>
        <a:bodyPr/>
        <a:lstStyle/>
        <a:p>
          <a:r>
            <a:rPr lang="en-US" b="1" dirty="0"/>
            <a:t>CONTENTS </a:t>
          </a:r>
          <a:endParaRPr lang="en-IN" dirty="0"/>
        </a:p>
      </dgm:t>
    </dgm:pt>
    <dgm:pt modelId="{632EA979-6402-4CD6-A8FA-7330BCC4887F}" type="parTrans" cxnId="{CB0C29CF-602D-4DFE-90B3-AE6780441BC7}">
      <dgm:prSet/>
      <dgm:spPr/>
      <dgm:t>
        <a:bodyPr/>
        <a:lstStyle/>
        <a:p>
          <a:endParaRPr lang="en-IN"/>
        </a:p>
      </dgm:t>
    </dgm:pt>
    <dgm:pt modelId="{DF84176B-BBA3-47FD-AE89-E33E7EE31D8F}" type="sibTrans" cxnId="{CB0C29CF-602D-4DFE-90B3-AE6780441BC7}">
      <dgm:prSet/>
      <dgm:spPr/>
      <dgm:t>
        <a:bodyPr/>
        <a:lstStyle/>
        <a:p>
          <a:endParaRPr lang="en-IN"/>
        </a:p>
      </dgm:t>
    </dgm:pt>
    <dgm:pt modelId="{4717E70E-94D5-411B-9FF4-616CC1BE3C6F}">
      <dgm:prSet/>
      <dgm:spPr/>
      <dgm:t>
        <a:bodyPr/>
        <a:lstStyle/>
        <a:p>
          <a:r>
            <a:rPr lang="en-US"/>
            <a:t>Introduction</a:t>
          </a:r>
          <a:endParaRPr lang="en-IN"/>
        </a:p>
      </dgm:t>
    </dgm:pt>
    <dgm:pt modelId="{8CE5771A-49AF-48D1-97D3-19EF0020A457}" type="parTrans" cxnId="{A2A53C69-DF15-49C4-AC67-BD838DDF00A1}">
      <dgm:prSet/>
      <dgm:spPr/>
      <dgm:t>
        <a:bodyPr/>
        <a:lstStyle/>
        <a:p>
          <a:endParaRPr lang="en-IN"/>
        </a:p>
      </dgm:t>
    </dgm:pt>
    <dgm:pt modelId="{513DF07E-534E-4175-8D90-93EDB25D4B6E}" type="sibTrans" cxnId="{A2A53C69-DF15-49C4-AC67-BD838DDF00A1}">
      <dgm:prSet/>
      <dgm:spPr/>
      <dgm:t>
        <a:bodyPr/>
        <a:lstStyle/>
        <a:p>
          <a:endParaRPr lang="en-IN"/>
        </a:p>
      </dgm:t>
    </dgm:pt>
    <dgm:pt modelId="{2A286D67-423A-43F6-9B35-1C676AF3DB2F}">
      <dgm:prSet/>
      <dgm:spPr/>
      <dgm:t>
        <a:bodyPr/>
        <a:lstStyle/>
        <a:p>
          <a:r>
            <a:rPr lang="en-US" dirty="0"/>
            <a:t>Existing System, Problem Statement, Proposed System</a:t>
          </a:r>
          <a:endParaRPr lang="en-IN" dirty="0"/>
        </a:p>
      </dgm:t>
    </dgm:pt>
    <dgm:pt modelId="{6930CD35-4312-43FC-9D3D-3EF368FCAEDB}" type="parTrans" cxnId="{9EC4EABA-74FF-4F12-8A90-A04EED6C459E}">
      <dgm:prSet/>
      <dgm:spPr/>
      <dgm:t>
        <a:bodyPr/>
        <a:lstStyle/>
        <a:p>
          <a:endParaRPr lang="en-IN"/>
        </a:p>
      </dgm:t>
    </dgm:pt>
    <dgm:pt modelId="{4D1862AD-42AB-402C-903D-89DFABC7F7D3}" type="sibTrans" cxnId="{9EC4EABA-74FF-4F12-8A90-A04EED6C459E}">
      <dgm:prSet/>
      <dgm:spPr/>
      <dgm:t>
        <a:bodyPr/>
        <a:lstStyle/>
        <a:p>
          <a:endParaRPr lang="en-IN"/>
        </a:p>
      </dgm:t>
    </dgm:pt>
    <dgm:pt modelId="{4D59D6D2-BBE5-42D1-952D-0B21976BA066}">
      <dgm:prSet/>
      <dgm:spPr/>
      <dgm:t>
        <a:bodyPr/>
        <a:lstStyle/>
        <a:p>
          <a:r>
            <a:rPr lang="en-US"/>
            <a:t>Literature Survey</a:t>
          </a:r>
          <a:endParaRPr lang="en-IN"/>
        </a:p>
      </dgm:t>
    </dgm:pt>
    <dgm:pt modelId="{5957F1A4-663A-4946-9879-896D02A05CF0}" type="parTrans" cxnId="{8F716985-4E5B-4FA2-B8A1-50E7CE8E7CFC}">
      <dgm:prSet/>
      <dgm:spPr/>
      <dgm:t>
        <a:bodyPr/>
        <a:lstStyle/>
        <a:p>
          <a:endParaRPr lang="en-IN"/>
        </a:p>
      </dgm:t>
    </dgm:pt>
    <dgm:pt modelId="{4877A657-5E29-4E28-81A4-199ED2C20D26}" type="sibTrans" cxnId="{8F716985-4E5B-4FA2-B8A1-50E7CE8E7CFC}">
      <dgm:prSet/>
      <dgm:spPr/>
      <dgm:t>
        <a:bodyPr/>
        <a:lstStyle/>
        <a:p>
          <a:endParaRPr lang="en-IN"/>
        </a:p>
      </dgm:t>
    </dgm:pt>
    <dgm:pt modelId="{FA929A7D-F427-4BEB-90BE-446CD768598E}">
      <dgm:prSet/>
      <dgm:spPr/>
      <dgm:t>
        <a:bodyPr/>
        <a:lstStyle/>
        <a:p>
          <a:r>
            <a:rPr lang="en-US"/>
            <a:t>System Requirements</a:t>
          </a:r>
          <a:endParaRPr lang="en-IN"/>
        </a:p>
      </dgm:t>
    </dgm:pt>
    <dgm:pt modelId="{96659897-D5C1-4A6A-B35A-EB14F64FE70C}" type="parTrans" cxnId="{3398A34D-3B83-481C-89FA-B830EA8CFE67}">
      <dgm:prSet/>
      <dgm:spPr/>
      <dgm:t>
        <a:bodyPr/>
        <a:lstStyle/>
        <a:p>
          <a:endParaRPr lang="en-IN"/>
        </a:p>
      </dgm:t>
    </dgm:pt>
    <dgm:pt modelId="{B2FADFFA-565A-4117-A439-F737B08648B8}" type="sibTrans" cxnId="{3398A34D-3B83-481C-89FA-B830EA8CFE67}">
      <dgm:prSet/>
      <dgm:spPr/>
      <dgm:t>
        <a:bodyPr/>
        <a:lstStyle/>
        <a:p>
          <a:endParaRPr lang="en-IN"/>
        </a:p>
      </dgm:t>
    </dgm:pt>
    <dgm:pt modelId="{B2C2C9C0-0A30-4041-806B-8F26EE6A7A7F}">
      <dgm:prSet/>
      <dgm:spPr/>
      <dgm:t>
        <a:bodyPr/>
        <a:lstStyle/>
        <a:p>
          <a:r>
            <a:rPr lang="en-US"/>
            <a:t>System Methodology/Flow Diagram</a:t>
          </a:r>
          <a:endParaRPr lang="en-IN"/>
        </a:p>
      </dgm:t>
    </dgm:pt>
    <dgm:pt modelId="{FD6FE27A-62D3-44CB-967F-026126E15F45}" type="parTrans" cxnId="{1BA38DEF-8186-447C-91B5-1770F0B7127B}">
      <dgm:prSet/>
      <dgm:spPr/>
      <dgm:t>
        <a:bodyPr/>
        <a:lstStyle/>
        <a:p>
          <a:endParaRPr lang="en-IN"/>
        </a:p>
      </dgm:t>
    </dgm:pt>
    <dgm:pt modelId="{81331B6A-1CCB-4A4E-9EAE-203232EE9050}" type="sibTrans" cxnId="{1BA38DEF-8186-447C-91B5-1770F0B7127B}">
      <dgm:prSet/>
      <dgm:spPr/>
      <dgm:t>
        <a:bodyPr/>
        <a:lstStyle/>
        <a:p>
          <a:endParaRPr lang="en-IN"/>
        </a:p>
      </dgm:t>
    </dgm:pt>
    <dgm:pt modelId="{D3CF6C79-3ADA-48EE-B4D8-C89CB7A9F859}">
      <dgm:prSet/>
      <dgm:spPr/>
      <dgm:t>
        <a:bodyPr/>
        <a:lstStyle/>
        <a:p>
          <a:r>
            <a:rPr lang="en-US" dirty="0"/>
            <a:t>Implementation</a:t>
          </a:r>
          <a:endParaRPr lang="en-IN" dirty="0"/>
        </a:p>
      </dgm:t>
    </dgm:pt>
    <dgm:pt modelId="{90C16685-95A6-451E-BE0E-FDB36DECE255}" type="parTrans" cxnId="{BABB0A3F-0F94-4CC9-BA0A-B4F2BDB79E8D}">
      <dgm:prSet/>
      <dgm:spPr/>
      <dgm:t>
        <a:bodyPr/>
        <a:lstStyle/>
        <a:p>
          <a:endParaRPr lang="en-IN"/>
        </a:p>
      </dgm:t>
    </dgm:pt>
    <dgm:pt modelId="{F36C46F7-AB74-4720-A2B6-9D9A83DE19BB}" type="sibTrans" cxnId="{BABB0A3F-0F94-4CC9-BA0A-B4F2BDB79E8D}">
      <dgm:prSet/>
      <dgm:spPr/>
      <dgm:t>
        <a:bodyPr/>
        <a:lstStyle/>
        <a:p>
          <a:endParaRPr lang="en-IN"/>
        </a:p>
      </dgm:t>
    </dgm:pt>
    <dgm:pt modelId="{E197BF72-D62F-417D-8924-DEEE1D991D0D}">
      <dgm:prSet/>
      <dgm:spPr/>
      <dgm:t>
        <a:bodyPr/>
        <a:lstStyle/>
        <a:p>
          <a:r>
            <a:rPr lang="en-US"/>
            <a:t>Conclusion</a:t>
          </a:r>
          <a:endParaRPr lang="en-IN"/>
        </a:p>
      </dgm:t>
    </dgm:pt>
    <dgm:pt modelId="{C7C897F2-FA4F-473C-8151-5789F9356E59}" type="parTrans" cxnId="{C186636E-4CC4-483C-B8C5-347AEFB6777E}">
      <dgm:prSet/>
      <dgm:spPr/>
      <dgm:t>
        <a:bodyPr/>
        <a:lstStyle/>
        <a:p>
          <a:endParaRPr lang="en-IN"/>
        </a:p>
      </dgm:t>
    </dgm:pt>
    <dgm:pt modelId="{088BEA92-F140-48EE-BCEC-E31F3D93A9EA}" type="sibTrans" cxnId="{C186636E-4CC4-483C-B8C5-347AEFB6777E}">
      <dgm:prSet/>
      <dgm:spPr/>
      <dgm:t>
        <a:bodyPr/>
        <a:lstStyle/>
        <a:p>
          <a:endParaRPr lang="en-IN"/>
        </a:p>
      </dgm:t>
    </dgm:pt>
    <dgm:pt modelId="{F972254D-A56A-4E71-945F-03A6F6FFB76B}">
      <dgm:prSet/>
      <dgm:spPr/>
      <dgm:t>
        <a:bodyPr/>
        <a:lstStyle/>
        <a:p>
          <a:r>
            <a:rPr lang="en-US"/>
            <a:t>Future Scope</a:t>
          </a:r>
          <a:endParaRPr lang="en-IN"/>
        </a:p>
      </dgm:t>
    </dgm:pt>
    <dgm:pt modelId="{2E7CDEF7-32CF-40D4-B582-0CBE3E6FFF92}" type="parTrans" cxnId="{4A37166A-18F3-4BAA-BEAE-9097F597C5F1}">
      <dgm:prSet/>
      <dgm:spPr/>
      <dgm:t>
        <a:bodyPr/>
        <a:lstStyle/>
        <a:p>
          <a:endParaRPr lang="en-IN"/>
        </a:p>
      </dgm:t>
    </dgm:pt>
    <dgm:pt modelId="{35710FCC-540E-48CB-846D-E5562C8B1B3A}" type="sibTrans" cxnId="{4A37166A-18F3-4BAA-BEAE-9097F597C5F1}">
      <dgm:prSet/>
      <dgm:spPr/>
      <dgm:t>
        <a:bodyPr/>
        <a:lstStyle/>
        <a:p>
          <a:endParaRPr lang="en-IN"/>
        </a:p>
      </dgm:t>
    </dgm:pt>
    <dgm:pt modelId="{F953A5AB-70CB-4ED0-A6FA-121F816190EF}">
      <dgm:prSet/>
      <dgm:spPr/>
      <dgm:t>
        <a:bodyPr/>
        <a:lstStyle/>
        <a:p>
          <a:r>
            <a:rPr lang="en-US" dirty="0"/>
            <a:t>References</a:t>
          </a:r>
          <a:endParaRPr lang="en-IN" dirty="0"/>
        </a:p>
      </dgm:t>
    </dgm:pt>
    <dgm:pt modelId="{0CD89577-E76C-4AE7-A931-A484D33247C9}" type="parTrans" cxnId="{62CD7E88-2A43-4F3D-888A-94DA46549CA2}">
      <dgm:prSet/>
      <dgm:spPr/>
      <dgm:t>
        <a:bodyPr/>
        <a:lstStyle/>
        <a:p>
          <a:endParaRPr lang="en-IN"/>
        </a:p>
      </dgm:t>
    </dgm:pt>
    <dgm:pt modelId="{68668E74-36F7-42C5-AE30-8A504862E2F8}" type="sibTrans" cxnId="{62CD7E88-2A43-4F3D-888A-94DA46549CA2}">
      <dgm:prSet/>
      <dgm:spPr/>
      <dgm:t>
        <a:bodyPr/>
        <a:lstStyle/>
        <a:p>
          <a:endParaRPr lang="en-IN"/>
        </a:p>
      </dgm:t>
    </dgm:pt>
    <dgm:pt modelId="{56C8ED00-DFFD-4E0D-933E-01E50BA7B9DE}" type="pres">
      <dgm:prSet presAssocID="{E9865449-B5C2-4A8C-8C6F-2DB60B790E9E}" presName="linear" presStyleCnt="0">
        <dgm:presLayoutVars>
          <dgm:animLvl val="lvl"/>
          <dgm:resizeHandles val="exact"/>
        </dgm:presLayoutVars>
      </dgm:prSet>
      <dgm:spPr/>
    </dgm:pt>
    <dgm:pt modelId="{74476674-9C69-452F-B46D-DE36908422C4}" type="pres">
      <dgm:prSet presAssocID="{C5B75C3C-644E-486E-B0F8-D64FEF5CDC0A}" presName="parentText" presStyleLbl="node1" presStyleIdx="0" presStyleCnt="1">
        <dgm:presLayoutVars>
          <dgm:chMax val="0"/>
          <dgm:bulletEnabled val="1"/>
        </dgm:presLayoutVars>
      </dgm:prSet>
      <dgm:spPr/>
    </dgm:pt>
    <dgm:pt modelId="{DF83E7CD-7602-4D18-9214-40819C91D447}" type="pres">
      <dgm:prSet presAssocID="{C5B75C3C-644E-486E-B0F8-D64FEF5CDC0A}" presName="childText" presStyleLbl="revTx" presStyleIdx="0" presStyleCnt="1">
        <dgm:presLayoutVars>
          <dgm:bulletEnabled val="1"/>
        </dgm:presLayoutVars>
      </dgm:prSet>
      <dgm:spPr/>
    </dgm:pt>
  </dgm:ptLst>
  <dgm:cxnLst>
    <dgm:cxn modelId="{2F988629-7125-4932-9A2A-51E12FD7B5D1}" type="presOf" srcId="{4D59D6D2-BBE5-42D1-952D-0B21976BA066}" destId="{DF83E7CD-7602-4D18-9214-40819C91D447}" srcOrd="0" destOrd="2" presId="urn:microsoft.com/office/officeart/2005/8/layout/vList2"/>
    <dgm:cxn modelId="{4A3B8E29-B5C8-4666-AE65-F952B111EB1A}" type="presOf" srcId="{FA929A7D-F427-4BEB-90BE-446CD768598E}" destId="{DF83E7CD-7602-4D18-9214-40819C91D447}" srcOrd="0" destOrd="3" presId="urn:microsoft.com/office/officeart/2005/8/layout/vList2"/>
    <dgm:cxn modelId="{37E09B2E-2BFC-425D-93D2-B07A658DF92B}" type="presOf" srcId="{F953A5AB-70CB-4ED0-A6FA-121F816190EF}" destId="{DF83E7CD-7602-4D18-9214-40819C91D447}" srcOrd="0" destOrd="8" presId="urn:microsoft.com/office/officeart/2005/8/layout/vList2"/>
    <dgm:cxn modelId="{BABB0A3F-0F94-4CC9-BA0A-B4F2BDB79E8D}" srcId="{C5B75C3C-644E-486E-B0F8-D64FEF5CDC0A}" destId="{D3CF6C79-3ADA-48EE-B4D8-C89CB7A9F859}" srcOrd="5" destOrd="0" parTransId="{90C16685-95A6-451E-BE0E-FDB36DECE255}" sibTransId="{F36C46F7-AB74-4720-A2B6-9D9A83DE19BB}"/>
    <dgm:cxn modelId="{A2A53C69-DF15-49C4-AC67-BD838DDF00A1}" srcId="{C5B75C3C-644E-486E-B0F8-D64FEF5CDC0A}" destId="{4717E70E-94D5-411B-9FF4-616CC1BE3C6F}" srcOrd="0" destOrd="0" parTransId="{8CE5771A-49AF-48D1-97D3-19EF0020A457}" sibTransId="{513DF07E-534E-4175-8D90-93EDB25D4B6E}"/>
    <dgm:cxn modelId="{4A37166A-18F3-4BAA-BEAE-9097F597C5F1}" srcId="{C5B75C3C-644E-486E-B0F8-D64FEF5CDC0A}" destId="{F972254D-A56A-4E71-945F-03A6F6FFB76B}" srcOrd="7" destOrd="0" parTransId="{2E7CDEF7-32CF-40D4-B582-0CBE3E6FFF92}" sibTransId="{35710FCC-540E-48CB-846D-E5562C8B1B3A}"/>
    <dgm:cxn modelId="{F9A2FE4B-248B-4EBE-BB02-E6ABDE911D5E}" type="presOf" srcId="{E197BF72-D62F-417D-8924-DEEE1D991D0D}" destId="{DF83E7CD-7602-4D18-9214-40819C91D447}" srcOrd="0" destOrd="6" presId="urn:microsoft.com/office/officeart/2005/8/layout/vList2"/>
    <dgm:cxn modelId="{3398A34D-3B83-481C-89FA-B830EA8CFE67}" srcId="{C5B75C3C-644E-486E-B0F8-D64FEF5CDC0A}" destId="{FA929A7D-F427-4BEB-90BE-446CD768598E}" srcOrd="3" destOrd="0" parTransId="{96659897-D5C1-4A6A-B35A-EB14F64FE70C}" sibTransId="{B2FADFFA-565A-4117-A439-F737B08648B8}"/>
    <dgm:cxn modelId="{C186636E-4CC4-483C-B8C5-347AEFB6777E}" srcId="{C5B75C3C-644E-486E-B0F8-D64FEF5CDC0A}" destId="{E197BF72-D62F-417D-8924-DEEE1D991D0D}" srcOrd="6" destOrd="0" parTransId="{C7C897F2-FA4F-473C-8151-5789F9356E59}" sibTransId="{088BEA92-F140-48EE-BCEC-E31F3D93A9EA}"/>
    <dgm:cxn modelId="{700A4276-2156-4319-85EB-1419B0BCE573}" type="presOf" srcId="{2A286D67-423A-43F6-9B35-1C676AF3DB2F}" destId="{DF83E7CD-7602-4D18-9214-40819C91D447}" srcOrd="0" destOrd="1" presId="urn:microsoft.com/office/officeart/2005/8/layout/vList2"/>
    <dgm:cxn modelId="{8BCE0185-5497-40CD-88BC-949192C7C839}" type="presOf" srcId="{D3CF6C79-3ADA-48EE-B4D8-C89CB7A9F859}" destId="{DF83E7CD-7602-4D18-9214-40819C91D447}" srcOrd="0" destOrd="5" presId="urn:microsoft.com/office/officeart/2005/8/layout/vList2"/>
    <dgm:cxn modelId="{8F716985-4E5B-4FA2-B8A1-50E7CE8E7CFC}" srcId="{C5B75C3C-644E-486E-B0F8-D64FEF5CDC0A}" destId="{4D59D6D2-BBE5-42D1-952D-0B21976BA066}" srcOrd="2" destOrd="0" parTransId="{5957F1A4-663A-4946-9879-896D02A05CF0}" sibTransId="{4877A657-5E29-4E28-81A4-199ED2C20D26}"/>
    <dgm:cxn modelId="{62CD7E88-2A43-4F3D-888A-94DA46549CA2}" srcId="{C5B75C3C-644E-486E-B0F8-D64FEF5CDC0A}" destId="{F953A5AB-70CB-4ED0-A6FA-121F816190EF}" srcOrd="8" destOrd="0" parTransId="{0CD89577-E76C-4AE7-A931-A484D33247C9}" sibTransId="{68668E74-36F7-42C5-AE30-8A504862E2F8}"/>
    <dgm:cxn modelId="{7521B68D-CCB3-4CEC-9CDA-DBE6A8C71A64}" type="presOf" srcId="{C5B75C3C-644E-486E-B0F8-D64FEF5CDC0A}" destId="{74476674-9C69-452F-B46D-DE36908422C4}" srcOrd="0" destOrd="0" presId="urn:microsoft.com/office/officeart/2005/8/layout/vList2"/>
    <dgm:cxn modelId="{09BA02A1-8176-4BE6-8544-DD33DBB4E453}" type="presOf" srcId="{F972254D-A56A-4E71-945F-03A6F6FFB76B}" destId="{DF83E7CD-7602-4D18-9214-40819C91D447}" srcOrd="0" destOrd="7" presId="urn:microsoft.com/office/officeart/2005/8/layout/vList2"/>
    <dgm:cxn modelId="{9EC4EABA-74FF-4F12-8A90-A04EED6C459E}" srcId="{C5B75C3C-644E-486E-B0F8-D64FEF5CDC0A}" destId="{2A286D67-423A-43F6-9B35-1C676AF3DB2F}" srcOrd="1" destOrd="0" parTransId="{6930CD35-4312-43FC-9D3D-3EF368FCAEDB}" sibTransId="{4D1862AD-42AB-402C-903D-89DFABC7F7D3}"/>
    <dgm:cxn modelId="{711A90BF-3175-4CEB-9A27-39A6EBB289ED}" type="presOf" srcId="{4717E70E-94D5-411B-9FF4-616CC1BE3C6F}" destId="{DF83E7CD-7602-4D18-9214-40819C91D447}" srcOrd="0" destOrd="0" presId="urn:microsoft.com/office/officeart/2005/8/layout/vList2"/>
    <dgm:cxn modelId="{4E06F5C9-6B0B-4B6D-A4B9-430B34E51EFE}" type="presOf" srcId="{B2C2C9C0-0A30-4041-806B-8F26EE6A7A7F}" destId="{DF83E7CD-7602-4D18-9214-40819C91D447}" srcOrd="0" destOrd="4" presId="urn:microsoft.com/office/officeart/2005/8/layout/vList2"/>
    <dgm:cxn modelId="{CB0C29CF-602D-4DFE-90B3-AE6780441BC7}" srcId="{E9865449-B5C2-4A8C-8C6F-2DB60B790E9E}" destId="{C5B75C3C-644E-486E-B0F8-D64FEF5CDC0A}" srcOrd="0" destOrd="0" parTransId="{632EA979-6402-4CD6-A8FA-7330BCC4887F}" sibTransId="{DF84176B-BBA3-47FD-AE89-E33E7EE31D8F}"/>
    <dgm:cxn modelId="{47FF7DEA-8B28-46E2-BC0B-F6BF0A8F66C3}" type="presOf" srcId="{E9865449-B5C2-4A8C-8C6F-2DB60B790E9E}" destId="{56C8ED00-DFFD-4E0D-933E-01E50BA7B9DE}" srcOrd="0" destOrd="0" presId="urn:microsoft.com/office/officeart/2005/8/layout/vList2"/>
    <dgm:cxn modelId="{1BA38DEF-8186-447C-91B5-1770F0B7127B}" srcId="{C5B75C3C-644E-486E-B0F8-D64FEF5CDC0A}" destId="{B2C2C9C0-0A30-4041-806B-8F26EE6A7A7F}" srcOrd="4" destOrd="0" parTransId="{FD6FE27A-62D3-44CB-967F-026126E15F45}" sibTransId="{81331B6A-1CCB-4A4E-9EAE-203232EE9050}"/>
    <dgm:cxn modelId="{2B7323E5-0285-4618-BB71-4589C9B1AF50}" type="presParOf" srcId="{56C8ED00-DFFD-4E0D-933E-01E50BA7B9DE}" destId="{74476674-9C69-452F-B46D-DE36908422C4}" srcOrd="0" destOrd="0" presId="urn:microsoft.com/office/officeart/2005/8/layout/vList2"/>
    <dgm:cxn modelId="{003F72DE-10F2-4761-9AEB-D6A35BCB2949}" type="presParOf" srcId="{56C8ED00-DFFD-4E0D-933E-01E50BA7B9DE}" destId="{DF83E7CD-7602-4D18-9214-40819C91D44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21B67F-5A0C-402A-AA71-A6184920AEB7}"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IN"/>
        </a:p>
      </dgm:t>
    </dgm:pt>
    <dgm:pt modelId="{F6713CC6-B440-469C-9B2E-CF28B597166F}">
      <dgm:prSet phldrT="[Text]"/>
      <dgm:spPr/>
      <dgm:t>
        <a:bodyPr/>
        <a:lstStyle/>
        <a:p>
          <a:r>
            <a:rPr lang="en-IN" dirty="0"/>
            <a:t>Existing System</a:t>
          </a:r>
        </a:p>
      </dgm:t>
    </dgm:pt>
    <dgm:pt modelId="{424A11DB-3F7F-4E46-BF91-53F545DB47C4}" type="parTrans" cxnId="{4BCF696A-0A87-4296-AFD1-580DC441273A}">
      <dgm:prSet/>
      <dgm:spPr/>
      <dgm:t>
        <a:bodyPr/>
        <a:lstStyle/>
        <a:p>
          <a:endParaRPr lang="en-IN"/>
        </a:p>
      </dgm:t>
    </dgm:pt>
    <dgm:pt modelId="{73913EF8-0772-4353-A855-A62B9CB96459}" type="sibTrans" cxnId="{4BCF696A-0A87-4296-AFD1-580DC441273A}">
      <dgm:prSet/>
      <dgm:spPr/>
      <dgm:t>
        <a:bodyPr/>
        <a:lstStyle/>
        <a:p>
          <a:endParaRPr lang="en-IN"/>
        </a:p>
      </dgm:t>
    </dgm:pt>
    <dgm:pt modelId="{04B454AE-FB6B-440F-A482-DFB9FB92FBB1}">
      <dgm:prSet phldrT="[Text]" custT="1"/>
      <dgm:spPr/>
      <dgm:t>
        <a:bodyPr/>
        <a:lstStyle/>
        <a:p>
          <a:r>
            <a:rPr lang="en-US" sz="1500" dirty="0"/>
            <a:t>In the current used car market, pricing relies heavily on traditional valuation methods, often performed manually or using basic statistical tools.</a:t>
          </a:r>
          <a:endParaRPr lang="en-IN" sz="1500" dirty="0"/>
        </a:p>
      </dgm:t>
    </dgm:pt>
    <dgm:pt modelId="{F2FBDA62-1600-43F1-9F0A-E5BD7245BD51}" type="parTrans" cxnId="{DBAFEB61-0765-4EC4-91A3-087ACBE910B0}">
      <dgm:prSet/>
      <dgm:spPr/>
      <dgm:t>
        <a:bodyPr/>
        <a:lstStyle/>
        <a:p>
          <a:endParaRPr lang="en-IN"/>
        </a:p>
      </dgm:t>
    </dgm:pt>
    <dgm:pt modelId="{720BDFAA-8577-40EF-A054-06BB6FA21C15}" type="sibTrans" cxnId="{DBAFEB61-0765-4EC4-91A3-087ACBE910B0}">
      <dgm:prSet/>
      <dgm:spPr/>
      <dgm:t>
        <a:bodyPr/>
        <a:lstStyle/>
        <a:p>
          <a:endParaRPr lang="en-IN"/>
        </a:p>
      </dgm:t>
    </dgm:pt>
    <dgm:pt modelId="{278311B6-710D-4429-81E4-A5D60F24014D}">
      <dgm:prSet phldrT="[Text]" custT="1"/>
      <dgm:spPr/>
      <dgm:t>
        <a:bodyPr/>
        <a:lstStyle/>
        <a:p>
          <a:r>
            <a:rPr lang="en-US" sz="1500" dirty="0"/>
            <a:t>These methods may not account for the intricate relationships between different factors like mileage, car age, and brand, leading to inaccurate and inconsistent pricing.</a:t>
          </a:r>
          <a:endParaRPr lang="en-IN" sz="1500" dirty="0"/>
        </a:p>
      </dgm:t>
    </dgm:pt>
    <dgm:pt modelId="{0616DA10-659E-4419-A556-193D0626CB26}" type="parTrans" cxnId="{C7BEA09F-BE55-4BFF-96B3-466153FCACA2}">
      <dgm:prSet/>
      <dgm:spPr/>
      <dgm:t>
        <a:bodyPr/>
        <a:lstStyle/>
        <a:p>
          <a:endParaRPr lang="en-IN"/>
        </a:p>
      </dgm:t>
    </dgm:pt>
    <dgm:pt modelId="{B5C3E105-45B6-414B-A060-F44103500B43}" type="sibTrans" cxnId="{C7BEA09F-BE55-4BFF-96B3-466153FCACA2}">
      <dgm:prSet/>
      <dgm:spPr/>
      <dgm:t>
        <a:bodyPr/>
        <a:lstStyle/>
        <a:p>
          <a:endParaRPr lang="en-IN"/>
        </a:p>
      </dgm:t>
    </dgm:pt>
    <dgm:pt modelId="{8D979210-D8E7-45A2-89AF-90A231F550B5}">
      <dgm:prSet phldrT="[Text]"/>
      <dgm:spPr/>
      <dgm:t>
        <a:bodyPr/>
        <a:lstStyle/>
        <a:p>
          <a:r>
            <a:rPr lang="en-IN" dirty="0"/>
            <a:t>Problem Statement</a:t>
          </a:r>
        </a:p>
      </dgm:t>
    </dgm:pt>
    <dgm:pt modelId="{0E6250C8-2D4C-4701-8888-EB3AD40A23C2}" type="parTrans" cxnId="{BF8F83F6-4540-475F-A150-D8F8CD568F73}">
      <dgm:prSet/>
      <dgm:spPr/>
      <dgm:t>
        <a:bodyPr/>
        <a:lstStyle/>
        <a:p>
          <a:endParaRPr lang="en-IN"/>
        </a:p>
      </dgm:t>
    </dgm:pt>
    <dgm:pt modelId="{D09CC283-DD91-4DA4-9F73-1B88A4D12877}" type="sibTrans" cxnId="{BF8F83F6-4540-475F-A150-D8F8CD568F73}">
      <dgm:prSet/>
      <dgm:spPr/>
      <dgm:t>
        <a:bodyPr/>
        <a:lstStyle/>
        <a:p>
          <a:endParaRPr lang="en-IN"/>
        </a:p>
      </dgm:t>
    </dgm:pt>
    <dgm:pt modelId="{F4E6D82E-BD8C-4C8F-814C-9040D4E10FEE}">
      <dgm:prSet phldrT="[Text]" custT="1"/>
      <dgm:spPr/>
      <dgm:t>
        <a:bodyPr/>
        <a:lstStyle/>
        <a:p>
          <a:r>
            <a:rPr lang="en-US" sz="1500" dirty="0"/>
            <a:t>Accurately predicting the price of a used car is a complex task due to the numerous factors involved. Manual methods or basic tools often result in significant errors, either undervaluing or overvaluing vehicles. </a:t>
          </a:r>
          <a:endParaRPr lang="en-IN" sz="1500" dirty="0"/>
        </a:p>
      </dgm:t>
    </dgm:pt>
    <dgm:pt modelId="{166B5053-65AB-4C1C-AA07-C8AE79AF99BC}" type="parTrans" cxnId="{B95C0639-8619-4017-943F-0C6A309617C1}">
      <dgm:prSet/>
      <dgm:spPr/>
      <dgm:t>
        <a:bodyPr/>
        <a:lstStyle/>
        <a:p>
          <a:endParaRPr lang="en-IN"/>
        </a:p>
      </dgm:t>
    </dgm:pt>
    <dgm:pt modelId="{5E6F449D-72C5-4F9B-8448-FACFE0BCF638}" type="sibTrans" cxnId="{B95C0639-8619-4017-943F-0C6A309617C1}">
      <dgm:prSet/>
      <dgm:spPr/>
      <dgm:t>
        <a:bodyPr/>
        <a:lstStyle/>
        <a:p>
          <a:endParaRPr lang="en-IN"/>
        </a:p>
      </dgm:t>
    </dgm:pt>
    <dgm:pt modelId="{4F8BC719-9273-42C3-9913-5DC8CB0719F0}">
      <dgm:prSet phldrT="[Text]" custT="1"/>
      <dgm:spPr/>
      <dgm:t>
        <a:bodyPr/>
        <a:lstStyle/>
        <a:p>
          <a:r>
            <a:rPr lang="en-US" sz="1500" dirty="0"/>
            <a:t> This inconsistency poses challenges for both buyers and sellers, impacting market trust and efficiency.</a:t>
          </a:r>
          <a:endParaRPr lang="en-IN" sz="1500" dirty="0"/>
        </a:p>
      </dgm:t>
    </dgm:pt>
    <dgm:pt modelId="{11F0BA49-9118-4CEB-97AF-EBCAF632A98F}" type="parTrans" cxnId="{24E0A22D-A558-458C-B48B-C4D2E695BA00}">
      <dgm:prSet/>
      <dgm:spPr/>
      <dgm:t>
        <a:bodyPr/>
        <a:lstStyle/>
        <a:p>
          <a:endParaRPr lang="en-IN"/>
        </a:p>
      </dgm:t>
    </dgm:pt>
    <dgm:pt modelId="{36BA94DD-2452-48AB-92AA-3DE513AB75DA}" type="sibTrans" cxnId="{24E0A22D-A558-458C-B48B-C4D2E695BA00}">
      <dgm:prSet/>
      <dgm:spPr/>
      <dgm:t>
        <a:bodyPr/>
        <a:lstStyle/>
        <a:p>
          <a:endParaRPr lang="en-IN"/>
        </a:p>
      </dgm:t>
    </dgm:pt>
    <dgm:pt modelId="{0DF1EA86-ABB6-4BB2-92FF-F29B8CBBF647}">
      <dgm:prSet phldrT="[Text]"/>
      <dgm:spPr/>
      <dgm:t>
        <a:bodyPr/>
        <a:lstStyle/>
        <a:p>
          <a:r>
            <a:rPr lang="en-IN" dirty="0"/>
            <a:t>Proposed System</a:t>
          </a:r>
        </a:p>
      </dgm:t>
    </dgm:pt>
    <dgm:pt modelId="{D8737C93-6DD2-436F-AD66-4C529C330247}" type="parTrans" cxnId="{D5DAE07E-336B-4210-80EC-9C03305D471C}">
      <dgm:prSet/>
      <dgm:spPr/>
      <dgm:t>
        <a:bodyPr/>
        <a:lstStyle/>
        <a:p>
          <a:endParaRPr lang="en-IN"/>
        </a:p>
      </dgm:t>
    </dgm:pt>
    <dgm:pt modelId="{682E1C86-24FD-4A21-9BBB-73D9F15D96C2}" type="sibTrans" cxnId="{D5DAE07E-336B-4210-80EC-9C03305D471C}">
      <dgm:prSet/>
      <dgm:spPr/>
      <dgm:t>
        <a:bodyPr/>
        <a:lstStyle/>
        <a:p>
          <a:endParaRPr lang="en-IN"/>
        </a:p>
      </dgm:t>
    </dgm:pt>
    <dgm:pt modelId="{826167F5-5932-4C05-989C-59893BF67862}">
      <dgm:prSet phldrT="[Text]" custT="1"/>
      <dgm:spPr/>
      <dgm:t>
        <a:bodyPr/>
        <a:lstStyle/>
        <a:p>
          <a:r>
            <a:rPr lang="en-US" sz="1400" dirty="0"/>
            <a:t>The proposed system leverages advanced machine learning algorithms to develop a reliable and accurate car price prediction model. By analyzing historical data and utilizing features such as brand, model, mileage, and year of manufacture, the system aims to predict car prices more accurately. It integrates a user-friendly web interface using Flask, allowing users to input car details and receive real-time price predictions.</a:t>
          </a:r>
          <a:endParaRPr lang="en-IN" sz="1400" dirty="0"/>
        </a:p>
      </dgm:t>
    </dgm:pt>
    <dgm:pt modelId="{56AC253C-22CA-4745-B400-25AC83F8990E}" type="parTrans" cxnId="{268A77BB-5166-4DC1-9317-3A682E8B2530}">
      <dgm:prSet/>
      <dgm:spPr/>
      <dgm:t>
        <a:bodyPr/>
        <a:lstStyle/>
        <a:p>
          <a:endParaRPr lang="en-IN"/>
        </a:p>
      </dgm:t>
    </dgm:pt>
    <dgm:pt modelId="{6CC0EED4-2F3B-4A57-B2E7-47A15A239B15}" type="sibTrans" cxnId="{268A77BB-5166-4DC1-9317-3A682E8B2530}">
      <dgm:prSet/>
      <dgm:spPr/>
      <dgm:t>
        <a:bodyPr/>
        <a:lstStyle/>
        <a:p>
          <a:endParaRPr lang="en-IN"/>
        </a:p>
      </dgm:t>
    </dgm:pt>
    <dgm:pt modelId="{24917165-84A3-416E-ACFE-6DB835EC3A67}">
      <dgm:prSet/>
      <dgm:spPr/>
      <dgm:t>
        <a:bodyPr/>
        <a:lstStyle/>
        <a:p>
          <a:endParaRPr lang="en-IN" sz="1200" dirty="0"/>
        </a:p>
      </dgm:t>
    </dgm:pt>
    <dgm:pt modelId="{2217208F-4A14-4830-ACD2-63B4728E88C9}" type="parTrans" cxnId="{1BEC7DF1-07A0-48F8-BCAC-0C05395954E9}">
      <dgm:prSet/>
      <dgm:spPr/>
      <dgm:t>
        <a:bodyPr/>
        <a:lstStyle/>
        <a:p>
          <a:endParaRPr lang="en-IN"/>
        </a:p>
      </dgm:t>
    </dgm:pt>
    <dgm:pt modelId="{368ED220-289F-42B5-B065-B36A6AB18F6A}" type="sibTrans" cxnId="{1BEC7DF1-07A0-48F8-BCAC-0C05395954E9}">
      <dgm:prSet/>
      <dgm:spPr/>
      <dgm:t>
        <a:bodyPr/>
        <a:lstStyle/>
        <a:p>
          <a:endParaRPr lang="en-IN"/>
        </a:p>
      </dgm:t>
    </dgm:pt>
    <dgm:pt modelId="{0144C0B6-9FCE-4FBD-A68C-FFDE67F0C1DE}" type="pres">
      <dgm:prSet presAssocID="{E521B67F-5A0C-402A-AA71-A6184920AEB7}" presName="linearFlow" presStyleCnt="0">
        <dgm:presLayoutVars>
          <dgm:dir/>
          <dgm:animLvl val="lvl"/>
          <dgm:resizeHandles val="exact"/>
        </dgm:presLayoutVars>
      </dgm:prSet>
      <dgm:spPr/>
    </dgm:pt>
    <dgm:pt modelId="{9D4B646E-2324-4E2A-AE79-6F204EE78C5D}" type="pres">
      <dgm:prSet presAssocID="{F6713CC6-B440-469C-9B2E-CF28B597166F}" presName="composite" presStyleCnt="0"/>
      <dgm:spPr/>
    </dgm:pt>
    <dgm:pt modelId="{14F45537-24CA-4992-B12B-BD19DFC05A32}" type="pres">
      <dgm:prSet presAssocID="{F6713CC6-B440-469C-9B2E-CF28B597166F}" presName="parentText" presStyleLbl="alignNode1" presStyleIdx="0" presStyleCnt="3">
        <dgm:presLayoutVars>
          <dgm:chMax val="1"/>
          <dgm:bulletEnabled val="1"/>
        </dgm:presLayoutVars>
      </dgm:prSet>
      <dgm:spPr/>
    </dgm:pt>
    <dgm:pt modelId="{3E5A0AF5-AE03-4327-AC19-BD8A0AF18A3D}" type="pres">
      <dgm:prSet presAssocID="{F6713CC6-B440-469C-9B2E-CF28B597166F}" presName="descendantText" presStyleLbl="alignAcc1" presStyleIdx="0" presStyleCnt="3" custScaleY="100000">
        <dgm:presLayoutVars>
          <dgm:bulletEnabled val="1"/>
        </dgm:presLayoutVars>
      </dgm:prSet>
      <dgm:spPr/>
    </dgm:pt>
    <dgm:pt modelId="{3AAB29EF-98E1-408E-B430-20468576E2FC}" type="pres">
      <dgm:prSet presAssocID="{73913EF8-0772-4353-A855-A62B9CB96459}" presName="sp" presStyleCnt="0"/>
      <dgm:spPr/>
    </dgm:pt>
    <dgm:pt modelId="{4A2DBE13-197E-4D4F-95C1-5EC09D9AB559}" type="pres">
      <dgm:prSet presAssocID="{8D979210-D8E7-45A2-89AF-90A231F550B5}" presName="composite" presStyleCnt="0"/>
      <dgm:spPr/>
    </dgm:pt>
    <dgm:pt modelId="{B07CB0E5-1F8B-41D5-8F60-4E86D054E7C4}" type="pres">
      <dgm:prSet presAssocID="{8D979210-D8E7-45A2-89AF-90A231F550B5}" presName="parentText" presStyleLbl="alignNode1" presStyleIdx="1" presStyleCnt="3">
        <dgm:presLayoutVars>
          <dgm:chMax val="1"/>
          <dgm:bulletEnabled val="1"/>
        </dgm:presLayoutVars>
      </dgm:prSet>
      <dgm:spPr/>
    </dgm:pt>
    <dgm:pt modelId="{8A2FB367-A1D6-46DF-ADB2-F182DD8C67F3}" type="pres">
      <dgm:prSet presAssocID="{8D979210-D8E7-45A2-89AF-90A231F550B5}" presName="descendantText" presStyleLbl="alignAcc1" presStyleIdx="1" presStyleCnt="3">
        <dgm:presLayoutVars>
          <dgm:bulletEnabled val="1"/>
        </dgm:presLayoutVars>
      </dgm:prSet>
      <dgm:spPr/>
    </dgm:pt>
    <dgm:pt modelId="{2494FC75-6E10-4160-BCC9-2842B3747C4F}" type="pres">
      <dgm:prSet presAssocID="{D09CC283-DD91-4DA4-9F73-1B88A4D12877}" presName="sp" presStyleCnt="0"/>
      <dgm:spPr/>
    </dgm:pt>
    <dgm:pt modelId="{152D36FA-B44A-4AA3-90E0-0939B58A5941}" type="pres">
      <dgm:prSet presAssocID="{0DF1EA86-ABB6-4BB2-92FF-F29B8CBBF647}" presName="composite" presStyleCnt="0"/>
      <dgm:spPr/>
    </dgm:pt>
    <dgm:pt modelId="{67AAB151-D1E5-4C87-AA97-BFA168BAC86A}" type="pres">
      <dgm:prSet presAssocID="{0DF1EA86-ABB6-4BB2-92FF-F29B8CBBF647}" presName="parentText" presStyleLbl="alignNode1" presStyleIdx="2" presStyleCnt="3">
        <dgm:presLayoutVars>
          <dgm:chMax val="1"/>
          <dgm:bulletEnabled val="1"/>
        </dgm:presLayoutVars>
      </dgm:prSet>
      <dgm:spPr/>
    </dgm:pt>
    <dgm:pt modelId="{A0D79EAC-0E8F-4601-AD96-AC3AB5E24667}" type="pres">
      <dgm:prSet presAssocID="{0DF1EA86-ABB6-4BB2-92FF-F29B8CBBF647}" presName="descendantText" presStyleLbl="alignAcc1" presStyleIdx="2" presStyleCnt="3" custScaleY="104722" custLinFactNeighborX="-150" custLinFactNeighborY="2397">
        <dgm:presLayoutVars>
          <dgm:bulletEnabled val="1"/>
        </dgm:presLayoutVars>
      </dgm:prSet>
      <dgm:spPr/>
    </dgm:pt>
  </dgm:ptLst>
  <dgm:cxnLst>
    <dgm:cxn modelId="{3BFFA910-90CA-4A09-B7AA-47930DDFE652}" type="presOf" srcId="{8D979210-D8E7-45A2-89AF-90A231F550B5}" destId="{B07CB0E5-1F8B-41D5-8F60-4E86D054E7C4}" srcOrd="0" destOrd="0" presId="urn:microsoft.com/office/officeart/2005/8/layout/chevron2"/>
    <dgm:cxn modelId="{D48D0118-C9B8-4BD1-813A-642CD39D60FA}" type="presOf" srcId="{24917165-84A3-416E-ACFE-6DB835EC3A67}" destId="{A0D79EAC-0E8F-4601-AD96-AC3AB5E24667}" srcOrd="0" destOrd="1" presId="urn:microsoft.com/office/officeart/2005/8/layout/chevron2"/>
    <dgm:cxn modelId="{049AFC24-766F-4938-8396-A56810251F37}" type="presOf" srcId="{04B454AE-FB6B-440F-A482-DFB9FB92FBB1}" destId="{3E5A0AF5-AE03-4327-AC19-BD8A0AF18A3D}" srcOrd="0" destOrd="0" presId="urn:microsoft.com/office/officeart/2005/8/layout/chevron2"/>
    <dgm:cxn modelId="{24E0A22D-A558-458C-B48B-C4D2E695BA00}" srcId="{8D979210-D8E7-45A2-89AF-90A231F550B5}" destId="{4F8BC719-9273-42C3-9913-5DC8CB0719F0}" srcOrd="1" destOrd="0" parTransId="{11F0BA49-9118-4CEB-97AF-EBCAF632A98F}" sibTransId="{36BA94DD-2452-48AB-92AA-3DE513AB75DA}"/>
    <dgm:cxn modelId="{B95C0639-8619-4017-943F-0C6A309617C1}" srcId="{8D979210-D8E7-45A2-89AF-90A231F550B5}" destId="{F4E6D82E-BD8C-4C8F-814C-9040D4E10FEE}" srcOrd="0" destOrd="0" parTransId="{166B5053-65AB-4C1C-AA07-C8AE79AF99BC}" sibTransId="{5E6F449D-72C5-4F9B-8448-FACFE0BCF638}"/>
    <dgm:cxn modelId="{DBAFEB61-0765-4EC4-91A3-087ACBE910B0}" srcId="{F6713CC6-B440-469C-9B2E-CF28B597166F}" destId="{04B454AE-FB6B-440F-A482-DFB9FB92FBB1}" srcOrd="0" destOrd="0" parTransId="{F2FBDA62-1600-43F1-9F0A-E5BD7245BD51}" sibTransId="{720BDFAA-8577-40EF-A054-06BB6FA21C15}"/>
    <dgm:cxn modelId="{1FC68347-8F83-43F6-8D0B-B3F96D9EA863}" type="presOf" srcId="{4F8BC719-9273-42C3-9913-5DC8CB0719F0}" destId="{8A2FB367-A1D6-46DF-ADB2-F182DD8C67F3}" srcOrd="0" destOrd="1" presId="urn:microsoft.com/office/officeart/2005/8/layout/chevron2"/>
    <dgm:cxn modelId="{4BCF696A-0A87-4296-AFD1-580DC441273A}" srcId="{E521B67F-5A0C-402A-AA71-A6184920AEB7}" destId="{F6713CC6-B440-469C-9B2E-CF28B597166F}" srcOrd="0" destOrd="0" parTransId="{424A11DB-3F7F-4E46-BF91-53F545DB47C4}" sibTransId="{73913EF8-0772-4353-A855-A62B9CB96459}"/>
    <dgm:cxn modelId="{804D4F5A-ACED-43D4-AB6B-3AF410039976}" type="presOf" srcId="{826167F5-5932-4C05-989C-59893BF67862}" destId="{A0D79EAC-0E8F-4601-AD96-AC3AB5E24667}" srcOrd="0" destOrd="0" presId="urn:microsoft.com/office/officeart/2005/8/layout/chevron2"/>
    <dgm:cxn modelId="{D5DAE07E-336B-4210-80EC-9C03305D471C}" srcId="{E521B67F-5A0C-402A-AA71-A6184920AEB7}" destId="{0DF1EA86-ABB6-4BB2-92FF-F29B8CBBF647}" srcOrd="2" destOrd="0" parTransId="{D8737C93-6DD2-436F-AD66-4C529C330247}" sibTransId="{682E1C86-24FD-4A21-9BBB-73D9F15D96C2}"/>
    <dgm:cxn modelId="{150BA086-5659-4C8C-BDF8-252F1A843597}" type="presOf" srcId="{F4E6D82E-BD8C-4C8F-814C-9040D4E10FEE}" destId="{8A2FB367-A1D6-46DF-ADB2-F182DD8C67F3}" srcOrd="0" destOrd="0" presId="urn:microsoft.com/office/officeart/2005/8/layout/chevron2"/>
    <dgm:cxn modelId="{43A7589E-7900-447F-9BAC-9612E6F6E4C7}" type="presOf" srcId="{278311B6-710D-4429-81E4-A5D60F24014D}" destId="{3E5A0AF5-AE03-4327-AC19-BD8A0AF18A3D}" srcOrd="0" destOrd="1" presId="urn:microsoft.com/office/officeart/2005/8/layout/chevron2"/>
    <dgm:cxn modelId="{C7BEA09F-BE55-4BFF-96B3-466153FCACA2}" srcId="{F6713CC6-B440-469C-9B2E-CF28B597166F}" destId="{278311B6-710D-4429-81E4-A5D60F24014D}" srcOrd="1" destOrd="0" parTransId="{0616DA10-659E-4419-A556-193D0626CB26}" sibTransId="{B5C3E105-45B6-414B-A060-F44103500B43}"/>
    <dgm:cxn modelId="{77C23EA2-775E-4204-B2FD-25823A9A4A96}" type="presOf" srcId="{0DF1EA86-ABB6-4BB2-92FF-F29B8CBBF647}" destId="{67AAB151-D1E5-4C87-AA97-BFA168BAC86A}" srcOrd="0" destOrd="0" presId="urn:microsoft.com/office/officeart/2005/8/layout/chevron2"/>
    <dgm:cxn modelId="{268A77BB-5166-4DC1-9317-3A682E8B2530}" srcId="{0DF1EA86-ABB6-4BB2-92FF-F29B8CBBF647}" destId="{826167F5-5932-4C05-989C-59893BF67862}" srcOrd="0" destOrd="0" parTransId="{56AC253C-22CA-4745-B400-25AC83F8990E}" sibTransId="{6CC0EED4-2F3B-4A57-B2E7-47A15A239B15}"/>
    <dgm:cxn modelId="{1EF442BD-A2E3-4C2E-8E91-B7B8D7226241}" type="presOf" srcId="{F6713CC6-B440-469C-9B2E-CF28B597166F}" destId="{14F45537-24CA-4992-B12B-BD19DFC05A32}" srcOrd="0" destOrd="0" presId="urn:microsoft.com/office/officeart/2005/8/layout/chevron2"/>
    <dgm:cxn modelId="{B81469E2-55CD-412E-83A8-041C40F024C5}" type="presOf" srcId="{E521B67F-5A0C-402A-AA71-A6184920AEB7}" destId="{0144C0B6-9FCE-4FBD-A68C-FFDE67F0C1DE}" srcOrd="0" destOrd="0" presId="urn:microsoft.com/office/officeart/2005/8/layout/chevron2"/>
    <dgm:cxn modelId="{1BEC7DF1-07A0-48F8-BCAC-0C05395954E9}" srcId="{0DF1EA86-ABB6-4BB2-92FF-F29B8CBBF647}" destId="{24917165-84A3-416E-ACFE-6DB835EC3A67}" srcOrd="1" destOrd="0" parTransId="{2217208F-4A14-4830-ACD2-63B4728E88C9}" sibTransId="{368ED220-289F-42B5-B065-B36A6AB18F6A}"/>
    <dgm:cxn modelId="{BF8F83F6-4540-475F-A150-D8F8CD568F73}" srcId="{E521B67F-5A0C-402A-AA71-A6184920AEB7}" destId="{8D979210-D8E7-45A2-89AF-90A231F550B5}" srcOrd="1" destOrd="0" parTransId="{0E6250C8-2D4C-4701-8888-EB3AD40A23C2}" sibTransId="{D09CC283-DD91-4DA4-9F73-1B88A4D12877}"/>
    <dgm:cxn modelId="{A3994C35-4F81-4866-A344-9487EC283DAE}" type="presParOf" srcId="{0144C0B6-9FCE-4FBD-A68C-FFDE67F0C1DE}" destId="{9D4B646E-2324-4E2A-AE79-6F204EE78C5D}" srcOrd="0" destOrd="0" presId="urn:microsoft.com/office/officeart/2005/8/layout/chevron2"/>
    <dgm:cxn modelId="{C0DC69C7-FBA1-4B75-95FD-211FB4C27AA3}" type="presParOf" srcId="{9D4B646E-2324-4E2A-AE79-6F204EE78C5D}" destId="{14F45537-24CA-4992-B12B-BD19DFC05A32}" srcOrd="0" destOrd="0" presId="urn:microsoft.com/office/officeart/2005/8/layout/chevron2"/>
    <dgm:cxn modelId="{39A1789D-BC37-4F8E-A315-3CF8A541898E}" type="presParOf" srcId="{9D4B646E-2324-4E2A-AE79-6F204EE78C5D}" destId="{3E5A0AF5-AE03-4327-AC19-BD8A0AF18A3D}" srcOrd="1" destOrd="0" presId="urn:microsoft.com/office/officeart/2005/8/layout/chevron2"/>
    <dgm:cxn modelId="{C7982D82-6BB9-45BD-AE04-472C473AFFE2}" type="presParOf" srcId="{0144C0B6-9FCE-4FBD-A68C-FFDE67F0C1DE}" destId="{3AAB29EF-98E1-408E-B430-20468576E2FC}" srcOrd="1" destOrd="0" presId="urn:microsoft.com/office/officeart/2005/8/layout/chevron2"/>
    <dgm:cxn modelId="{03B7ED0A-D4EE-421F-9DE5-F1440221DCF6}" type="presParOf" srcId="{0144C0B6-9FCE-4FBD-A68C-FFDE67F0C1DE}" destId="{4A2DBE13-197E-4D4F-95C1-5EC09D9AB559}" srcOrd="2" destOrd="0" presId="urn:microsoft.com/office/officeart/2005/8/layout/chevron2"/>
    <dgm:cxn modelId="{B4B344FB-7DF1-4102-B7CF-8FBF85682A97}" type="presParOf" srcId="{4A2DBE13-197E-4D4F-95C1-5EC09D9AB559}" destId="{B07CB0E5-1F8B-41D5-8F60-4E86D054E7C4}" srcOrd="0" destOrd="0" presId="urn:microsoft.com/office/officeart/2005/8/layout/chevron2"/>
    <dgm:cxn modelId="{55451786-A61D-4DDC-B736-5D7D8888882B}" type="presParOf" srcId="{4A2DBE13-197E-4D4F-95C1-5EC09D9AB559}" destId="{8A2FB367-A1D6-46DF-ADB2-F182DD8C67F3}" srcOrd="1" destOrd="0" presId="urn:microsoft.com/office/officeart/2005/8/layout/chevron2"/>
    <dgm:cxn modelId="{D89BC3CA-E69F-4C6D-87BE-B19DF7E07E05}" type="presParOf" srcId="{0144C0B6-9FCE-4FBD-A68C-FFDE67F0C1DE}" destId="{2494FC75-6E10-4160-BCC9-2842B3747C4F}" srcOrd="3" destOrd="0" presId="urn:microsoft.com/office/officeart/2005/8/layout/chevron2"/>
    <dgm:cxn modelId="{30A7B8C1-C082-4436-8388-9A4EDB8DEADC}" type="presParOf" srcId="{0144C0B6-9FCE-4FBD-A68C-FFDE67F0C1DE}" destId="{152D36FA-B44A-4AA3-90E0-0939B58A5941}" srcOrd="4" destOrd="0" presId="urn:microsoft.com/office/officeart/2005/8/layout/chevron2"/>
    <dgm:cxn modelId="{7A4041F5-BC75-4E19-9489-8D42D75CC441}" type="presParOf" srcId="{152D36FA-B44A-4AA3-90E0-0939B58A5941}" destId="{67AAB151-D1E5-4C87-AA97-BFA168BAC86A}" srcOrd="0" destOrd="0" presId="urn:microsoft.com/office/officeart/2005/8/layout/chevron2"/>
    <dgm:cxn modelId="{20693D92-2E4E-4408-A74D-255933E396F8}" type="presParOf" srcId="{152D36FA-B44A-4AA3-90E0-0939B58A5941}" destId="{A0D79EAC-0E8F-4601-AD96-AC3AB5E2466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06B60F5-10AC-4B39-BA6E-75F4166CC8F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4F233772-BD67-42D5-A378-4E1E984F50DB}">
      <dgm:prSet/>
      <dgm:spPr/>
      <dgm:t>
        <a:bodyPr/>
        <a:lstStyle/>
        <a:p>
          <a:r>
            <a:rPr lang="en-IN" b="1"/>
            <a:t>Software Requirements:</a:t>
          </a:r>
          <a:endParaRPr lang="en-IN"/>
        </a:p>
      </dgm:t>
    </dgm:pt>
    <dgm:pt modelId="{0C3A9A0F-ECA4-4E27-A5C2-F9C656485C50}" type="parTrans" cxnId="{E767CC2C-B53F-483D-86FA-5C2D69EBC132}">
      <dgm:prSet/>
      <dgm:spPr/>
      <dgm:t>
        <a:bodyPr/>
        <a:lstStyle/>
        <a:p>
          <a:endParaRPr lang="en-IN"/>
        </a:p>
      </dgm:t>
    </dgm:pt>
    <dgm:pt modelId="{285833D2-4DF7-42D0-841C-0DA0A8C30C74}" type="sibTrans" cxnId="{E767CC2C-B53F-483D-86FA-5C2D69EBC132}">
      <dgm:prSet/>
      <dgm:spPr/>
      <dgm:t>
        <a:bodyPr/>
        <a:lstStyle/>
        <a:p>
          <a:endParaRPr lang="en-IN"/>
        </a:p>
      </dgm:t>
    </dgm:pt>
    <dgm:pt modelId="{3EE1CE01-CCFC-45DE-8704-AB86C1B95C8B}">
      <dgm:prSet/>
      <dgm:spPr/>
      <dgm:t>
        <a:bodyPr/>
        <a:lstStyle/>
        <a:p>
          <a:r>
            <a:rPr lang="en-IN" b="1"/>
            <a:t>Programming Language</a:t>
          </a:r>
          <a:r>
            <a:rPr lang="en-IN"/>
            <a:t>: Python</a:t>
          </a:r>
        </a:p>
      </dgm:t>
    </dgm:pt>
    <dgm:pt modelId="{F50ADE40-5C7F-4225-B22F-B03F359320AC}" type="parTrans" cxnId="{05D0B7C0-3AA9-4FE6-A2C8-668C38A2BD61}">
      <dgm:prSet/>
      <dgm:spPr/>
      <dgm:t>
        <a:bodyPr/>
        <a:lstStyle/>
        <a:p>
          <a:endParaRPr lang="en-IN"/>
        </a:p>
      </dgm:t>
    </dgm:pt>
    <dgm:pt modelId="{776B716A-7360-41BF-8C29-CF66E503DD70}" type="sibTrans" cxnId="{05D0B7C0-3AA9-4FE6-A2C8-668C38A2BD61}">
      <dgm:prSet/>
      <dgm:spPr/>
      <dgm:t>
        <a:bodyPr/>
        <a:lstStyle/>
        <a:p>
          <a:endParaRPr lang="en-IN"/>
        </a:p>
      </dgm:t>
    </dgm:pt>
    <dgm:pt modelId="{F3404855-EC05-462C-8994-05E54FC7AEB9}">
      <dgm:prSet/>
      <dgm:spPr/>
      <dgm:t>
        <a:bodyPr/>
        <a:lstStyle/>
        <a:p>
          <a:r>
            <a:rPr lang="en-IN" b="1"/>
            <a:t>Web Framework</a:t>
          </a:r>
          <a:r>
            <a:rPr lang="en-IN"/>
            <a:t>: Flask</a:t>
          </a:r>
        </a:p>
      </dgm:t>
    </dgm:pt>
    <dgm:pt modelId="{695C856D-09D2-4C68-8A0E-C2CF01968902}" type="parTrans" cxnId="{77AB6590-E95A-4C58-9142-80BA9F5C50B6}">
      <dgm:prSet/>
      <dgm:spPr/>
      <dgm:t>
        <a:bodyPr/>
        <a:lstStyle/>
        <a:p>
          <a:endParaRPr lang="en-IN"/>
        </a:p>
      </dgm:t>
    </dgm:pt>
    <dgm:pt modelId="{1F8A603D-B19E-43CE-91AE-53450B7FE583}" type="sibTrans" cxnId="{77AB6590-E95A-4C58-9142-80BA9F5C50B6}">
      <dgm:prSet/>
      <dgm:spPr/>
      <dgm:t>
        <a:bodyPr/>
        <a:lstStyle/>
        <a:p>
          <a:endParaRPr lang="en-IN"/>
        </a:p>
      </dgm:t>
    </dgm:pt>
    <dgm:pt modelId="{2B6613BE-2483-459A-B18C-B7C4A450FC83}">
      <dgm:prSet/>
      <dgm:spPr/>
      <dgm:t>
        <a:bodyPr/>
        <a:lstStyle/>
        <a:p>
          <a:r>
            <a:rPr lang="en-IN" b="1" dirty="0"/>
            <a:t>Libraries</a:t>
          </a:r>
          <a:r>
            <a:rPr lang="en-IN" dirty="0"/>
            <a:t>: Pandas, NumPy, scikit-learn, Matplotlib, Seaborn, &amp; others</a:t>
          </a:r>
        </a:p>
      </dgm:t>
    </dgm:pt>
    <dgm:pt modelId="{0C2CE8A9-450F-454D-A54F-6D407A595AD0}" type="parTrans" cxnId="{8FC0FF69-9F7F-4EDF-96A8-800766DF394B}">
      <dgm:prSet/>
      <dgm:spPr/>
      <dgm:t>
        <a:bodyPr/>
        <a:lstStyle/>
        <a:p>
          <a:endParaRPr lang="en-IN"/>
        </a:p>
      </dgm:t>
    </dgm:pt>
    <dgm:pt modelId="{288EC026-A6B6-4FE0-ADB4-A300F09A749B}" type="sibTrans" cxnId="{8FC0FF69-9F7F-4EDF-96A8-800766DF394B}">
      <dgm:prSet/>
      <dgm:spPr/>
      <dgm:t>
        <a:bodyPr/>
        <a:lstStyle/>
        <a:p>
          <a:endParaRPr lang="en-IN"/>
        </a:p>
      </dgm:t>
    </dgm:pt>
    <dgm:pt modelId="{4233977F-6C48-427A-9828-8CDD6E721EE6}">
      <dgm:prSet/>
      <dgm:spPr/>
      <dgm:t>
        <a:bodyPr/>
        <a:lstStyle/>
        <a:p>
          <a:r>
            <a:rPr lang="en-IN" b="1"/>
            <a:t>Frontend</a:t>
          </a:r>
          <a:r>
            <a:rPr lang="en-IN"/>
            <a:t>: HTML, CSS, JavaScript (for testing on any modern browser)</a:t>
          </a:r>
        </a:p>
      </dgm:t>
    </dgm:pt>
    <dgm:pt modelId="{C4A1872A-05C1-492D-8BA1-0C290C250B3A}" type="parTrans" cxnId="{5354EAA8-C937-44FF-8A62-1AEA44F819D9}">
      <dgm:prSet/>
      <dgm:spPr/>
      <dgm:t>
        <a:bodyPr/>
        <a:lstStyle/>
        <a:p>
          <a:endParaRPr lang="en-IN"/>
        </a:p>
      </dgm:t>
    </dgm:pt>
    <dgm:pt modelId="{98E7E93B-3BE0-4F89-A300-F6CD6D050E33}" type="sibTrans" cxnId="{5354EAA8-C937-44FF-8A62-1AEA44F819D9}">
      <dgm:prSet/>
      <dgm:spPr/>
      <dgm:t>
        <a:bodyPr/>
        <a:lstStyle/>
        <a:p>
          <a:endParaRPr lang="en-IN"/>
        </a:p>
      </dgm:t>
    </dgm:pt>
    <dgm:pt modelId="{73738216-0962-4A93-8D74-1D9E60B7172D}">
      <dgm:prSet/>
      <dgm:spPr/>
      <dgm:t>
        <a:bodyPr/>
        <a:lstStyle/>
        <a:p>
          <a:r>
            <a:rPr lang="en-IN" b="1" dirty="0"/>
            <a:t>IDE</a:t>
          </a:r>
          <a:r>
            <a:rPr lang="en-IN" dirty="0"/>
            <a:t>: PyCharm, VS Code, or </a:t>
          </a:r>
          <a:r>
            <a:rPr lang="en-IN" dirty="0" err="1"/>
            <a:t>Jupyter</a:t>
          </a:r>
          <a:r>
            <a:rPr lang="en-IN" dirty="0"/>
            <a:t> Notebook</a:t>
          </a:r>
        </a:p>
      </dgm:t>
    </dgm:pt>
    <dgm:pt modelId="{DE7A9CEA-FA74-4E8C-AC18-82DED31DFC0C}" type="parTrans" cxnId="{333D697A-F9E2-4669-B916-6E0A1CD52269}">
      <dgm:prSet/>
      <dgm:spPr/>
      <dgm:t>
        <a:bodyPr/>
        <a:lstStyle/>
        <a:p>
          <a:endParaRPr lang="en-IN"/>
        </a:p>
      </dgm:t>
    </dgm:pt>
    <dgm:pt modelId="{24FA945A-84D9-44D1-AE0B-68BF720473F2}" type="sibTrans" cxnId="{333D697A-F9E2-4669-B916-6E0A1CD52269}">
      <dgm:prSet/>
      <dgm:spPr/>
      <dgm:t>
        <a:bodyPr/>
        <a:lstStyle/>
        <a:p>
          <a:endParaRPr lang="en-IN"/>
        </a:p>
      </dgm:t>
    </dgm:pt>
    <dgm:pt modelId="{25BCCBD4-6035-4318-8C0B-4C49DECEDADD}">
      <dgm:prSet/>
      <dgm:spPr/>
      <dgm:t>
        <a:bodyPr/>
        <a:lstStyle/>
        <a:p>
          <a:r>
            <a:rPr lang="en-IN" b="1"/>
            <a:t>Version Control</a:t>
          </a:r>
          <a:r>
            <a:rPr lang="en-IN"/>
            <a:t>: Git, GitHub</a:t>
          </a:r>
        </a:p>
      </dgm:t>
    </dgm:pt>
    <dgm:pt modelId="{0659A921-9625-41FC-9373-E271B3BDD86D}" type="parTrans" cxnId="{9E521EE9-8610-4779-893B-CE7E9D053E7D}">
      <dgm:prSet/>
      <dgm:spPr/>
      <dgm:t>
        <a:bodyPr/>
        <a:lstStyle/>
        <a:p>
          <a:endParaRPr lang="en-IN"/>
        </a:p>
      </dgm:t>
    </dgm:pt>
    <dgm:pt modelId="{95A9E3A6-2066-46BD-8E32-1D9D3FC3FCDA}" type="sibTrans" cxnId="{9E521EE9-8610-4779-893B-CE7E9D053E7D}">
      <dgm:prSet/>
      <dgm:spPr/>
      <dgm:t>
        <a:bodyPr/>
        <a:lstStyle/>
        <a:p>
          <a:endParaRPr lang="en-IN"/>
        </a:p>
      </dgm:t>
    </dgm:pt>
    <dgm:pt modelId="{FDD62BFA-511B-40D0-B1AA-F5DE70C4EB6D}">
      <dgm:prSet/>
      <dgm:spPr/>
      <dgm:t>
        <a:bodyPr/>
        <a:lstStyle/>
        <a:p>
          <a:r>
            <a:rPr lang="en-IN" b="1"/>
            <a:t>OS</a:t>
          </a:r>
          <a:r>
            <a:rPr lang="en-IN"/>
            <a:t>: Cross-platform (Windows, macOS, Linux)</a:t>
          </a:r>
        </a:p>
      </dgm:t>
    </dgm:pt>
    <dgm:pt modelId="{F1CBC4B1-FDC8-49CA-B1F6-4875B582066D}" type="parTrans" cxnId="{B9C1338B-88B5-46B4-BAE5-D59B5AD08260}">
      <dgm:prSet/>
      <dgm:spPr/>
      <dgm:t>
        <a:bodyPr/>
        <a:lstStyle/>
        <a:p>
          <a:endParaRPr lang="en-IN"/>
        </a:p>
      </dgm:t>
    </dgm:pt>
    <dgm:pt modelId="{D75F5A11-D973-47C1-BEF2-CC3812D4309C}" type="sibTrans" cxnId="{B9C1338B-88B5-46B4-BAE5-D59B5AD08260}">
      <dgm:prSet/>
      <dgm:spPr/>
      <dgm:t>
        <a:bodyPr/>
        <a:lstStyle/>
        <a:p>
          <a:endParaRPr lang="en-IN"/>
        </a:p>
      </dgm:t>
    </dgm:pt>
    <dgm:pt modelId="{53100F97-7B87-4037-AADE-BCD16828F58D}">
      <dgm:prSet/>
      <dgm:spPr/>
      <dgm:t>
        <a:bodyPr/>
        <a:lstStyle/>
        <a:p>
          <a:r>
            <a:rPr lang="en-IN" b="1"/>
            <a:t>Hardware Requirements:</a:t>
          </a:r>
          <a:endParaRPr lang="en-IN"/>
        </a:p>
      </dgm:t>
    </dgm:pt>
    <dgm:pt modelId="{D9E32B84-13CE-4B4F-86D8-EF15D3B078D7}" type="parTrans" cxnId="{BD1ED953-2CC1-481C-9D7D-37BF93825278}">
      <dgm:prSet/>
      <dgm:spPr/>
      <dgm:t>
        <a:bodyPr/>
        <a:lstStyle/>
        <a:p>
          <a:endParaRPr lang="en-IN"/>
        </a:p>
      </dgm:t>
    </dgm:pt>
    <dgm:pt modelId="{55825899-0CC0-489B-90C7-5259F0A1517E}" type="sibTrans" cxnId="{BD1ED953-2CC1-481C-9D7D-37BF93825278}">
      <dgm:prSet/>
      <dgm:spPr/>
      <dgm:t>
        <a:bodyPr/>
        <a:lstStyle/>
        <a:p>
          <a:endParaRPr lang="en-IN"/>
        </a:p>
      </dgm:t>
    </dgm:pt>
    <dgm:pt modelId="{C7E73C88-6BB1-4310-B006-931504A2748B}">
      <dgm:prSet/>
      <dgm:spPr/>
      <dgm:t>
        <a:bodyPr/>
        <a:lstStyle/>
        <a:p>
          <a:r>
            <a:rPr lang="en-IN" b="1"/>
            <a:t>Processor</a:t>
          </a:r>
          <a:r>
            <a:rPr lang="en-IN"/>
            <a:t>: Intel i3 or higher</a:t>
          </a:r>
        </a:p>
      </dgm:t>
    </dgm:pt>
    <dgm:pt modelId="{152FD7A1-C700-4262-894E-6CF5A3D3F93A}" type="parTrans" cxnId="{BC8A6C9D-4477-426D-BDF6-A5175189CC6E}">
      <dgm:prSet/>
      <dgm:spPr/>
      <dgm:t>
        <a:bodyPr/>
        <a:lstStyle/>
        <a:p>
          <a:endParaRPr lang="en-IN"/>
        </a:p>
      </dgm:t>
    </dgm:pt>
    <dgm:pt modelId="{5C72CB35-EF46-4BC6-B1ED-C256BF32A3BD}" type="sibTrans" cxnId="{BC8A6C9D-4477-426D-BDF6-A5175189CC6E}">
      <dgm:prSet/>
      <dgm:spPr/>
      <dgm:t>
        <a:bodyPr/>
        <a:lstStyle/>
        <a:p>
          <a:endParaRPr lang="en-IN"/>
        </a:p>
      </dgm:t>
    </dgm:pt>
    <dgm:pt modelId="{F98A68C4-7F1A-4571-AE48-9A203F2D879F}">
      <dgm:prSet/>
      <dgm:spPr/>
      <dgm:t>
        <a:bodyPr/>
        <a:lstStyle/>
        <a:p>
          <a:r>
            <a:rPr lang="en-IN" b="1"/>
            <a:t>RAM</a:t>
          </a:r>
          <a:r>
            <a:rPr lang="en-IN"/>
            <a:t>: 4 GB (8 GB recommended)</a:t>
          </a:r>
        </a:p>
      </dgm:t>
    </dgm:pt>
    <dgm:pt modelId="{2C7D43AF-28A5-4E18-BA77-7BFF50B7EA25}" type="parTrans" cxnId="{F2558897-9613-4F99-9999-93C51B09CF2B}">
      <dgm:prSet/>
      <dgm:spPr/>
      <dgm:t>
        <a:bodyPr/>
        <a:lstStyle/>
        <a:p>
          <a:endParaRPr lang="en-IN"/>
        </a:p>
      </dgm:t>
    </dgm:pt>
    <dgm:pt modelId="{7C81EC46-298B-40AD-800F-19D044892806}" type="sibTrans" cxnId="{F2558897-9613-4F99-9999-93C51B09CF2B}">
      <dgm:prSet/>
      <dgm:spPr/>
      <dgm:t>
        <a:bodyPr/>
        <a:lstStyle/>
        <a:p>
          <a:endParaRPr lang="en-IN"/>
        </a:p>
      </dgm:t>
    </dgm:pt>
    <dgm:pt modelId="{AB7344CC-4664-4AE0-9A56-A24127BAAC28}">
      <dgm:prSet/>
      <dgm:spPr/>
      <dgm:t>
        <a:bodyPr/>
        <a:lstStyle/>
        <a:p>
          <a:r>
            <a:rPr lang="en-IN" b="1"/>
            <a:t>Storage</a:t>
          </a:r>
          <a:r>
            <a:rPr lang="en-IN"/>
            <a:t>: 20 GB free space</a:t>
          </a:r>
        </a:p>
      </dgm:t>
    </dgm:pt>
    <dgm:pt modelId="{8DA98AD2-DA8E-4B2B-BA08-7B9718A408C8}" type="parTrans" cxnId="{FD9DD495-1DEB-48B0-A193-9537322EE06F}">
      <dgm:prSet/>
      <dgm:spPr/>
      <dgm:t>
        <a:bodyPr/>
        <a:lstStyle/>
        <a:p>
          <a:endParaRPr lang="en-IN"/>
        </a:p>
      </dgm:t>
    </dgm:pt>
    <dgm:pt modelId="{63A49661-2B82-46CB-875F-8064363A9E9A}" type="sibTrans" cxnId="{FD9DD495-1DEB-48B0-A193-9537322EE06F}">
      <dgm:prSet/>
      <dgm:spPr/>
      <dgm:t>
        <a:bodyPr/>
        <a:lstStyle/>
        <a:p>
          <a:endParaRPr lang="en-IN"/>
        </a:p>
      </dgm:t>
    </dgm:pt>
    <dgm:pt modelId="{06E59227-13E5-47AA-B874-624418F554AF}">
      <dgm:prSet/>
      <dgm:spPr/>
      <dgm:t>
        <a:bodyPr/>
        <a:lstStyle/>
        <a:p>
          <a:r>
            <a:rPr lang="en-IN" b="1"/>
            <a:t>OS</a:t>
          </a:r>
          <a:r>
            <a:rPr lang="en-IN"/>
            <a:t>: Windows 10, macOS, or Linux</a:t>
          </a:r>
        </a:p>
      </dgm:t>
    </dgm:pt>
    <dgm:pt modelId="{D6A6CBBE-F76A-4DAB-8F38-E809C592A0EE}" type="parTrans" cxnId="{BA2E50DA-424A-4315-B966-AD9DD6ED48D4}">
      <dgm:prSet/>
      <dgm:spPr/>
      <dgm:t>
        <a:bodyPr/>
        <a:lstStyle/>
        <a:p>
          <a:endParaRPr lang="en-IN"/>
        </a:p>
      </dgm:t>
    </dgm:pt>
    <dgm:pt modelId="{09B16754-B892-46ED-8DFF-8A17F890C42D}" type="sibTrans" cxnId="{BA2E50DA-424A-4315-B966-AD9DD6ED48D4}">
      <dgm:prSet/>
      <dgm:spPr/>
      <dgm:t>
        <a:bodyPr/>
        <a:lstStyle/>
        <a:p>
          <a:endParaRPr lang="en-IN"/>
        </a:p>
      </dgm:t>
    </dgm:pt>
    <dgm:pt modelId="{B135AC2D-8528-42FF-BAE4-81260D4D32E7}">
      <dgm:prSet/>
      <dgm:spPr/>
      <dgm:t>
        <a:bodyPr/>
        <a:lstStyle/>
        <a:p>
          <a:r>
            <a:rPr lang="en-IN" b="1"/>
            <a:t>Internet</a:t>
          </a:r>
          <a:r>
            <a:rPr lang="en-IN"/>
            <a:t>: For dependencies and updates</a:t>
          </a:r>
        </a:p>
      </dgm:t>
    </dgm:pt>
    <dgm:pt modelId="{D8821F92-FB40-4F54-B27F-847CC5412923}" type="parTrans" cxnId="{B65B4AB3-82C6-4918-A658-FD9C06325AE9}">
      <dgm:prSet/>
      <dgm:spPr/>
      <dgm:t>
        <a:bodyPr/>
        <a:lstStyle/>
        <a:p>
          <a:endParaRPr lang="en-IN"/>
        </a:p>
      </dgm:t>
    </dgm:pt>
    <dgm:pt modelId="{5BD9EF48-EB3A-4245-8B31-16618B626D29}" type="sibTrans" cxnId="{B65B4AB3-82C6-4918-A658-FD9C06325AE9}">
      <dgm:prSet/>
      <dgm:spPr/>
      <dgm:t>
        <a:bodyPr/>
        <a:lstStyle/>
        <a:p>
          <a:endParaRPr lang="en-IN"/>
        </a:p>
      </dgm:t>
    </dgm:pt>
    <dgm:pt modelId="{A4031F55-946F-4D4A-AE05-FA17843238F0}" type="pres">
      <dgm:prSet presAssocID="{F06B60F5-10AC-4B39-BA6E-75F4166CC8F1}" presName="Name0" presStyleCnt="0">
        <dgm:presLayoutVars>
          <dgm:dir/>
          <dgm:animLvl val="lvl"/>
          <dgm:resizeHandles val="exact"/>
        </dgm:presLayoutVars>
      </dgm:prSet>
      <dgm:spPr/>
    </dgm:pt>
    <dgm:pt modelId="{37122FF1-4A6D-4D6D-8456-361E011FF425}" type="pres">
      <dgm:prSet presAssocID="{4F233772-BD67-42D5-A378-4E1E984F50DB}" presName="composite" presStyleCnt="0"/>
      <dgm:spPr/>
    </dgm:pt>
    <dgm:pt modelId="{3B8C4DBC-E814-4DF8-BFF0-C90937BF5AD5}" type="pres">
      <dgm:prSet presAssocID="{4F233772-BD67-42D5-A378-4E1E984F50DB}" presName="parTx" presStyleLbl="alignNode1" presStyleIdx="0" presStyleCnt="2">
        <dgm:presLayoutVars>
          <dgm:chMax val="0"/>
          <dgm:chPref val="0"/>
          <dgm:bulletEnabled val="1"/>
        </dgm:presLayoutVars>
      </dgm:prSet>
      <dgm:spPr/>
    </dgm:pt>
    <dgm:pt modelId="{4C45BC2C-6A92-41C4-ADDC-9188251D415C}" type="pres">
      <dgm:prSet presAssocID="{4F233772-BD67-42D5-A378-4E1E984F50DB}" presName="desTx" presStyleLbl="alignAccFollowNode1" presStyleIdx="0" presStyleCnt="2">
        <dgm:presLayoutVars>
          <dgm:bulletEnabled val="1"/>
        </dgm:presLayoutVars>
      </dgm:prSet>
      <dgm:spPr/>
    </dgm:pt>
    <dgm:pt modelId="{4CD27A9B-F38C-463E-B16B-56DDE434E5DC}" type="pres">
      <dgm:prSet presAssocID="{285833D2-4DF7-42D0-841C-0DA0A8C30C74}" presName="space" presStyleCnt="0"/>
      <dgm:spPr/>
    </dgm:pt>
    <dgm:pt modelId="{D90591DD-FA52-4015-BBE9-00DA28B6B8F0}" type="pres">
      <dgm:prSet presAssocID="{53100F97-7B87-4037-AADE-BCD16828F58D}" presName="composite" presStyleCnt="0"/>
      <dgm:spPr/>
    </dgm:pt>
    <dgm:pt modelId="{8D5495D8-7802-4348-ABDC-044CF562B6AB}" type="pres">
      <dgm:prSet presAssocID="{53100F97-7B87-4037-AADE-BCD16828F58D}" presName="parTx" presStyleLbl="alignNode1" presStyleIdx="1" presStyleCnt="2">
        <dgm:presLayoutVars>
          <dgm:chMax val="0"/>
          <dgm:chPref val="0"/>
          <dgm:bulletEnabled val="1"/>
        </dgm:presLayoutVars>
      </dgm:prSet>
      <dgm:spPr/>
    </dgm:pt>
    <dgm:pt modelId="{4EC4CEDC-F2E6-4CF0-B54D-539DC9175A4D}" type="pres">
      <dgm:prSet presAssocID="{53100F97-7B87-4037-AADE-BCD16828F58D}" presName="desTx" presStyleLbl="alignAccFollowNode1" presStyleIdx="1" presStyleCnt="2">
        <dgm:presLayoutVars>
          <dgm:bulletEnabled val="1"/>
        </dgm:presLayoutVars>
      </dgm:prSet>
      <dgm:spPr/>
    </dgm:pt>
  </dgm:ptLst>
  <dgm:cxnLst>
    <dgm:cxn modelId="{DCAE6F0F-0A3E-4518-9CC3-84BE55766691}" type="presOf" srcId="{AB7344CC-4664-4AE0-9A56-A24127BAAC28}" destId="{4EC4CEDC-F2E6-4CF0-B54D-539DC9175A4D}" srcOrd="0" destOrd="2" presId="urn:microsoft.com/office/officeart/2005/8/layout/hList1"/>
    <dgm:cxn modelId="{E767CC2C-B53F-483D-86FA-5C2D69EBC132}" srcId="{F06B60F5-10AC-4B39-BA6E-75F4166CC8F1}" destId="{4F233772-BD67-42D5-A378-4E1E984F50DB}" srcOrd="0" destOrd="0" parTransId="{0C3A9A0F-ECA4-4E27-A5C2-F9C656485C50}" sibTransId="{285833D2-4DF7-42D0-841C-0DA0A8C30C74}"/>
    <dgm:cxn modelId="{8FC0FF69-9F7F-4EDF-96A8-800766DF394B}" srcId="{4F233772-BD67-42D5-A378-4E1E984F50DB}" destId="{2B6613BE-2483-459A-B18C-B7C4A450FC83}" srcOrd="2" destOrd="0" parTransId="{0C2CE8A9-450F-454D-A54F-6D407A595AD0}" sibTransId="{288EC026-A6B6-4FE0-ADB4-A300F09A749B}"/>
    <dgm:cxn modelId="{AA3F636B-529C-4AEF-9F30-99581F770A34}" type="presOf" srcId="{2B6613BE-2483-459A-B18C-B7C4A450FC83}" destId="{4C45BC2C-6A92-41C4-ADDC-9188251D415C}" srcOrd="0" destOrd="2" presId="urn:microsoft.com/office/officeart/2005/8/layout/hList1"/>
    <dgm:cxn modelId="{90A72672-8891-4855-962E-BA2567B9FF73}" type="presOf" srcId="{4233977F-6C48-427A-9828-8CDD6E721EE6}" destId="{4C45BC2C-6A92-41C4-ADDC-9188251D415C}" srcOrd="0" destOrd="3" presId="urn:microsoft.com/office/officeart/2005/8/layout/hList1"/>
    <dgm:cxn modelId="{BD1ED953-2CC1-481C-9D7D-37BF93825278}" srcId="{F06B60F5-10AC-4B39-BA6E-75F4166CC8F1}" destId="{53100F97-7B87-4037-AADE-BCD16828F58D}" srcOrd="1" destOrd="0" parTransId="{D9E32B84-13CE-4B4F-86D8-EF15D3B078D7}" sibTransId="{55825899-0CC0-489B-90C7-5259F0A1517E}"/>
    <dgm:cxn modelId="{333D697A-F9E2-4669-B916-6E0A1CD52269}" srcId="{4F233772-BD67-42D5-A378-4E1E984F50DB}" destId="{73738216-0962-4A93-8D74-1D9E60B7172D}" srcOrd="4" destOrd="0" parTransId="{DE7A9CEA-FA74-4E8C-AC18-82DED31DFC0C}" sibTransId="{24FA945A-84D9-44D1-AE0B-68BF720473F2}"/>
    <dgm:cxn modelId="{D2E17B86-D359-4A62-884E-FF585DB82DA9}" type="presOf" srcId="{F06B60F5-10AC-4B39-BA6E-75F4166CC8F1}" destId="{A4031F55-946F-4D4A-AE05-FA17843238F0}" srcOrd="0" destOrd="0" presId="urn:microsoft.com/office/officeart/2005/8/layout/hList1"/>
    <dgm:cxn modelId="{C2C2568A-448A-440D-B80C-50E122583D3C}" type="presOf" srcId="{F3404855-EC05-462C-8994-05E54FC7AEB9}" destId="{4C45BC2C-6A92-41C4-ADDC-9188251D415C}" srcOrd="0" destOrd="1" presId="urn:microsoft.com/office/officeart/2005/8/layout/hList1"/>
    <dgm:cxn modelId="{B9C1338B-88B5-46B4-BAE5-D59B5AD08260}" srcId="{4F233772-BD67-42D5-A378-4E1E984F50DB}" destId="{FDD62BFA-511B-40D0-B1AA-F5DE70C4EB6D}" srcOrd="6" destOrd="0" parTransId="{F1CBC4B1-FDC8-49CA-B1F6-4875B582066D}" sibTransId="{D75F5A11-D973-47C1-BEF2-CC3812D4309C}"/>
    <dgm:cxn modelId="{917D828C-9BC8-41D9-8EBD-416DDE019671}" type="presOf" srcId="{73738216-0962-4A93-8D74-1D9E60B7172D}" destId="{4C45BC2C-6A92-41C4-ADDC-9188251D415C}" srcOrd="0" destOrd="4" presId="urn:microsoft.com/office/officeart/2005/8/layout/hList1"/>
    <dgm:cxn modelId="{77AB6590-E95A-4C58-9142-80BA9F5C50B6}" srcId="{4F233772-BD67-42D5-A378-4E1E984F50DB}" destId="{F3404855-EC05-462C-8994-05E54FC7AEB9}" srcOrd="1" destOrd="0" parTransId="{695C856D-09D2-4C68-8A0E-C2CF01968902}" sibTransId="{1F8A603D-B19E-43CE-91AE-53450B7FE583}"/>
    <dgm:cxn modelId="{FD9DD495-1DEB-48B0-A193-9537322EE06F}" srcId="{53100F97-7B87-4037-AADE-BCD16828F58D}" destId="{AB7344CC-4664-4AE0-9A56-A24127BAAC28}" srcOrd="2" destOrd="0" parTransId="{8DA98AD2-DA8E-4B2B-BA08-7B9718A408C8}" sibTransId="{63A49661-2B82-46CB-875F-8064363A9E9A}"/>
    <dgm:cxn modelId="{F2558897-9613-4F99-9999-93C51B09CF2B}" srcId="{53100F97-7B87-4037-AADE-BCD16828F58D}" destId="{F98A68C4-7F1A-4571-AE48-9A203F2D879F}" srcOrd="1" destOrd="0" parTransId="{2C7D43AF-28A5-4E18-BA77-7BFF50B7EA25}" sibTransId="{7C81EC46-298B-40AD-800F-19D044892806}"/>
    <dgm:cxn modelId="{BC8A6C9D-4477-426D-BDF6-A5175189CC6E}" srcId="{53100F97-7B87-4037-AADE-BCD16828F58D}" destId="{C7E73C88-6BB1-4310-B006-931504A2748B}" srcOrd="0" destOrd="0" parTransId="{152FD7A1-C700-4262-894E-6CF5A3D3F93A}" sibTransId="{5C72CB35-EF46-4BC6-B1ED-C256BF32A3BD}"/>
    <dgm:cxn modelId="{8C642AA1-0199-4A76-B08F-F9C7A81DFE6A}" type="presOf" srcId="{FDD62BFA-511B-40D0-B1AA-F5DE70C4EB6D}" destId="{4C45BC2C-6A92-41C4-ADDC-9188251D415C}" srcOrd="0" destOrd="6" presId="urn:microsoft.com/office/officeart/2005/8/layout/hList1"/>
    <dgm:cxn modelId="{284354A5-AC96-454B-903E-FB1D6C9727F8}" type="presOf" srcId="{4F233772-BD67-42D5-A378-4E1E984F50DB}" destId="{3B8C4DBC-E814-4DF8-BFF0-C90937BF5AD5}" srcOrd="0" destOrd="0" presId="urn:microsoft.com/office/officeart/2005/8/layout/hList1"/>
    <dgm:cxn modelId="{5354EAA8-C937-44FF-8A62-1AEA44F819D9}" srcId="{4F233772-BD67-42D5-A378-4E1E984F50DB}" destId="{4233977F-6C48-427A-9828-8CDD6E721EE6}" srcOrd="3" destOrd="0" parTransId="{C4A1872A-05C1-492D-8BA1-0C290C250B3A}" sibTransId="{98E7E93B-3BE0-4F89-A300-F6CD6D050E33}"/>
    <dgm:cxn modelId="{C4B441AB-5DDA-4767-9656-47360F27E203}" type="presOf" srcId="{F98A68C4-7F1A-4571-AE48-9A203F2D879F}" destId="{4EC4CEDC-F2E6-4CF0-B54D-539DC9175A4D}" srcOrd="0" destOrd="1" presId="urn:microsoft.com/office/officeart/2005/8/layout/hList1"/>
    <dgm:cxn modelId="{B65B4AB3-82C6-4918-A658-FD9C06325AE9}" srcId="{53100F97-7B87-4037-AADE-BCD16828F58D}" destId="{B135AC2D-8528-42FF-BAE4-81260D4D32E7}" srcOrd="4" destOrd="0" parTransId="{D8821F92-FB40-4F54-B27F-847CC5412923}" sibTransId="{5BD9EF48-EB3A-4245-8B31-16618B626D29}"/>
    <dgm:cxn modelId="{9548D2B9-D737-4B89-A017-5F9B406B9109}" type="presOf" srcId="{53100F97-7B87-4037-AADE-BCD16828F58D}" destId="{8D5495D8-7802-4348-ABDC-044CF562B6AB}" srcOrd="0" destOrd="0" presId="urn:microsoft.com/office/officeart/2005/8/layout/hList1"/>
    <dgm:cxn modelId="{05D0B7C0-3AA9-4FE6-A2C8-668C38A2BD61}" srcId="{4F233772-BD67-42D5-A378-4E1E984F50DB}" destId="{3EE1CE01-CCFC-45DE-8704-AB86C1B95C8B}" srcOrd="0" destOrd="0" parTransId="{F50ADE40-5C7F-4225-B22F-B03F359320AC}" sibTransId="{776B716A-7360-41BF-8C29-CF66E503DD70}"/>
    <dgm:cxn modelId="{DEE96AC6-5B4D-41F2-8F9F-8642CCB6CEA1}" type="presOf" srcId="{C7E73C88-6BB1-4310-B006-931504A2748B}" destId="{4EC4CEDC-F2E6-4CF0-B54D-539DC9175A4D}" srcOrd="0" destOrd="0" presId="urn:microsoft.com/office/officeart/2005/8/layout/hList1"/>
    <dgm:cxn modelId="{9FA6AFC8-2873-40D6-93CA-D1761A723CB5}" type="presOf" srcId="{3EE1CE01-CCFC-45DE-8704-AB86C1B95C8B}" destId="{4C45BC2C-6A92-41C4-ADDC-9188251D415C}" srcOrd="0" destOrd="0" presId="urn:microsoft.com/office/officeart/2005/8/layout/hList1"/>
    <dgm:cxn modelId="{4BCE4DC9-4A65-4DE9-BE79-555E0F6C07EC}" type="presOf" srcId="{06E59227-13E5-47AA-B874-624418F554AF}" destId="{4EC4CEDC-F2E6-4CF0-B54D-539DC9175A4D}" srcOrd="0" destOrd="3" presId="urn:microsoft.com/office/officeart/2005/8/layout/hList1"/>
    <dgm:cxn modelId="{BA2E50DA-424A-4315-B966-AD9DD6ED48D4}" srcId="{53100F97-7B87-4037-AADE-BCD16828F58D}" destId="{06E59227-13E5-47AA-B874-624418F554AF}" srcOrd="3" destOrd="0" parTransId="{D6A6CBBE-F76A-4DAB-8F38-E809C592A0EE}" sibTransId="{09B16754-B892-46ED-8DFF-8A17F890C42D}"/>
    <dgm:cxn modelId="{85C6BADE-0255-4E89-9CB5-4CD761A3E9D4}" type="presOf" srcId="{25BCCBD4-6035-4318-8C0B-4C49DECEDADD}" destId="{4C45BC2C-6A92-41C4-ADDC-9188251D415C}" srcOrd="0" destOrd="5" presId="urn:microsoft.com/office/officeart/2005/8/layout/hList1"/>
    <dgm:cxn modelId="{9E521EE9-8610-4779-893B-CE7E9D053E7D}" srcId="{4F233772-BD67-42D5-A378-4E1E984F50DB}" destId="{25BCCBD4-6035-4318-8C0B-4C49DECEDADD}" srcOrd="5" destOrd="0" parTransId="{0659A921-9625-41FC-9373-E271B3BDD86D}" sibTransId="{95A9E3A6-2066-46BD-8E32-1D9D3FC3FCDA}"/>
    <dgm:cxn modelId="{FE5E81FA-29E0-4DFA-A929-3F68E708A5E5}" type="presOf" srcId="{B135AC2D-8528-42FF-BAE4-81260D4D32E7}" destId="{4EC4CEDC-F2E6-4CF0-B54D-539DC9175A4D}" srcOrd="0" destOrd="4" presId="urn:microsoft.com/office/officeart/2005/8/layout/hList1"/>
    <dgm:cxn modelId="{978E1EEF-7E1B-48D9-A189-898330E5B8B9}" type="presParOf" srcId="{A4031F55-946F-4D4A-AE05-FA17843238F0}" destId="{37122FF1-4A6D-4D6D-8456-361E011FF425}" srcOrd="0" destOrd="0" presId="urn:microsoft.com/office/officeart/2005/8/layout/hList1"/>
    <dgm:cxn modelId="{2D7CC54B-4AC6-422A-8927-D89F9AFF7A62}" type="presParOf" srcId="{37122FF1-4A6D-4D6D-8456-361E011FF425}" destId="{3B8C4DBC-E814-4DF8-BFF0-C90937BF5AD5}" srcOrd="0" destOrd="0" presId="urn:microsoft.com/office/officeart/2005/8/layout/hList1"/>
    <dgm:cxn modelId="{C94AAE0D-AED6-4AEE-BE2E-53ACD28F3BF4}" type="presParOf" srcId="{37122FF1-4A6D-4D6D-8456-361E011FF425}" destId="{4C45BC2C-6A92-41C4-ADDC-9188251D415C}" srcOrd="1" destOrd="0" presId="urn:microsoft.com/office/officeart/2005/8/layout/hList1"/>
    <dgm:cxn modelId="{044429E4-B5FA-4836-8BB5-9D9FA7156B73}" type="presParOf" srcId="{A4031F55-946F-4D4A-AE05-FA17843238F0}" destId="{4CD27A9B-F38C-463E-B16B-56DDE434E5DC}" srcOrd="1" destOrd="0" presId="urn:microsoft.com/office/officeart/2005/8/layout/hList1"/>
    <dgm:cxn modelId="{1CA47390-E222-408E-8706-CAFB4E23B0E0}" type="presParOf" srcId="{A4031F55-946F-4D4A-AE05-FA17843238F0}" destId="{D90591DD-FA52-4015-BBE9-00DA28B6B8F0}" srcOrd="2" destOrd="0" presId="urn:microsoft.com/office/officeart/2005/8/layout/hList1"/>
    <dgm:cxn modelId="{FEA31E0A-7819-47C4-ABC8-9A6DD97E8BB8}" type="presParOf" srcId="{D90591DD-FA52-4015-BBE9-00DA28B6B8F0}" destId="{8D5495D8-7802-4348-ABDC-044CF562B6AB}" srcOrd="0" destOrd="0" presId="urn:microsoft.com/office/officeart/2005/8/layout/hList1"/>
    <dgm:cxn modelId="{BD229E9B-836C-4560-A95C-0B9BC9B8192D}" type="presParOf" srcId="{D90591DD-FA52-4015-BBE9-00DA28B6B8F0}" destId="{4EC4CEDC-F2E6-4CF0-B54D-539DC9175A4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061D75-34B2-4420-B526-AE6E5F433894}"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4AE44EB1-EB94-4564-B56D-4F3D9818A3BA}">
      <dgm:prSet/>
      <dgm:spPr/>
      <dgm:t>
        <a:bodyPr/>
        <a:lstStyle/>
        <a:p>
          <a:r>
            <a:rPr lang="en-US" b="1" i="0" dirty="0"/>
            <a:t>Best Model is </a:t>
          </a:r>
          <a:r>
            <a:rPr lang="en-US" b="1" i="0" dirty="0" err="1"/>
            <a:t>CATBoost</a:t>
          </a:r>
          <a:r>
            <a:rPr lang="en-US" b="1" i="0" dirty="0"/>
            <a:t> Regressor with 94.54% R2 Score</a:t>
          </a:r>
          <a:endParaRPr lang="en-IN" dirty="0"/>
        </a:p>
      </dgm:t>
    </dgm:pt>
    <dgm:pt modelId="{CA8A13F1-42E7-43D3-9557-88DF6D1D9696}" type="parTrans" cxnId="{F09BE47B-8C8C-4FDB-A202-E9E1A1C2D5DD}">
      <dgm:prSet/>
      <dgm:spPr/>
      <dgm:t>
        <a:bodyPr/>
        <a:lstStyle/>
        <a:p>
          <a:endParaRPr lang="en-IN"/>
        </a:p>
      </dgm:t>
    </dgm:pt>
    <dgm:pt modelId="{3047B7F0-C822-4356-9F91-CD944B128DEE}" type="sibTrans" cxnId="{F09BE47B-8C8C-4FDB-A202-E9E1A1C2D5DD}">
      <dgm:prSet/>
      <dgm:spPr/>
      <dgm:t>
        <a:bodyPr/>
        <a:lstStyle/>
        <a:p>
          <a:endParaRPr lang="en-IN"/>
        </a:p>
      </dgm:t>
    </dgm:pt>
    <dgm:pt modelId="{EE225108-C894-4183-80E8-35A3A75E4E27}" type="pres">
      <dgm:prSet presAssocID="{20061D75-34B2-4420-B526-AE6E5F433894}" presName="linearFlow" presStyleCnt="0">
        <dgm:presLayoutVars>
          <dgm:dir/>
          <dgm:resizeHandles val="exact"/>
        </dgm:presLayoutVars>
      </dgm:prSet>
      <dgm:spPr/>
    </dgm:pt>
    <dgm:pt modelId="{FFCF9B50-9A56-4149-AE10-1F06246F0ACF}" type="pres">
      <dgm:prSet presAssocID="{4AE44EB1-EB94-4564-B56D-4F3D9818A3BA}" presName="composite" presStyleCnt="0"/>
      <dgm:spPr/>
    </dgm:pt>
    <dgm:pt modelId="{CA5D9D5D-E68C-4D52-82B6-0681694B94FA}" type="pres">
      <dgm:prSet presAssocID="{4AE44EB1-EB94-4564-B56D-4F3D9818A3BA}" presName="imgShp" presStyleLbl="fgImgPlace1" presStyleIdx="0" presStyleCnt="1" custLinFactX="-100000" custLinFactNeighborX="-197206" custLinFactNeighborY="-5002"/>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DA87436F-DBCD-4F4F-9CDC-68CE118E3F5C}" type="pres">
      <dgm:prSet presAssocID="{4AE44EB1-EB94-4564-B56D-4F3D9818A3BA}" presName="txShp" presStyleLbl="node1" presStyleIdx="0" presStyleCnt="1" custScaleX="145354">
        <dgm:presLayoutVars>
          <dgm:bulletEnabled val="1"/>
        </dgm:presLayoutVars>
      </dgm:prSet>
      <dgm:spPr/>
    </dgm:pt>
  </dgm:ptLst>
  <dgm:cxnLst>
    <dgm:cxn modelId="{76B1AE2D-C577-4D62-922F-ED1F33FD7D46}" type="presOf" srcId="{20061D75-34B2-4420-B526-AE6E5F433894}" destId="{EE225108-C894-4183-80E8-35A3A75E4E27}" srcOrd="0" destOrd="0" presId="urn:microsoft.com/office/officeart/2005/8/layout/vList3"/>
    <dgm:cxn modelId="{5938C175-E897-4882-AC89-723CDCC5918F}" type="presOf" srcId="{4AE44EB1-EB94-4564-B56D-4F3D9818A3BA}" destId="{DA87436F-DBCD-4F4F-9CDC-68CE118E3F5C}" srcOrd="0" destOrd="0" presId="urn:microsoft.com/office/officeart/2005/8/layout/vList3"/>
    <dgm:cxn modelId="{F09BE47B-8C8C-4FDB-A202-E9E1A1C2D5DD}" srcId="{20061D75-34B2-4420-B526-AE6E5F433894}" destId="{4AE44EB1-EB94-4564-B56D-4F3D9818A3BA}" srcOrd="0" destOrd="0" parTransId="{CA8A13F1-42E7-43D3-9557-88DF6D1D9696}" sibTransId="{3047B7F0-C822-4356-9F91-CD944B128DEE}"/>
    <dgm:cxn modelId="{38C8442E-7EDF-4D8B-AF6E-6C51D49EB28D}" type="presParOf" srcId="{EE225108-C894-4183-80E8-35A3A75E4E27}" destId="{FFCF9B50-9A56-4149-AE10-1F06246F0ACF}" srcOrd="0" destOrd="0" presId="urn:microsoft.com/office/officeart/2005/8/layout/vList3"/>
    <dgm:cxn modelId="{774196AA-CE1F-49D2-A205-06B8556E60C6}" type="presParOf" srcId="{FFCF9B50-9A56-4149-AE10-1F06246F0ACF}" destId="{CA5D9D5D-E68C-4D52-82B6-0681694B94FA}" srcOrd="0" destOrd="0" presId="urn:microsoft.com/office/officeart/2005/8/layout/vList3"/>
    <dgm:cxn modelId="{EEDA439E-678E-4F43-95C2-0A6AFFD0A5A5}" type="presParOf" srcId="{FFCF9B50-9A56-4149-AE10-1F06246F0ACF}" destId="{DA87436F-DBCD-4F4F-9CDC-68CE118E3F5C}"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3420DEB-2F4B-4EA7-9AA0-0DAD6052248E}"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IN"/>
        </a:p>
      </dgm:t>
    </dgm:pt>
    <dgm:pt modelId="{7CEE3E22-E8A0-45E6-B8DE-33EB859EF629}">
      <dgm:prSet/>
      <dgm:spPr/>
      <dgm:t>
        <a:bodyPr/>
        <a:lstStyle/>
        <a:p>
          <a:r>
            <a:rPr lang="en-US" i="0" baseline="0" dirty="0"/>
            <a:t>Model Enhancement</a:t>
          </a:r>
          <a:endParaRPr lang="en-IN" dirty="0"/>
        </a:p>
      </dgm:t>
    </dgm:pt>
    <dgm:pt modelId="{AD5F3E3B-E8BE-4C3C-A6CC-C4652D190587}" type="parTrans" cxnId="{E5EEB58A-7943-4C5E-817C-6F7AA5CE5254}">
      <dgm:prSet/>
      <dgm:spPr/>
      <dgm:t>
        <a:bodyPr/>
        <a:lstStyle/>
        <a:p>
          <a:endParaRPr lang="en-IN"/>
        </a:p>
      </dgm:t>
    </dgm:pt>
    <dgm:pt modelId="{A2B19820-E7B4-4350-9E31-0D8E8BA9286E}" type="sibTrans" cxnId="{E5EEB58A-7943-4C5E-817C-6F7AA5CE5254}">
      <dgm:prSet/>
      <dgm:spPr/>
      <dgm:t>
        <a:bodyPr/>
        <a:lstStyle/>
        <a:p>
          <a:endParaRPr lang="en-IN"/>
        </a:p>
      </dgm:t>
    </dgm:pt>
    <dgm:pt modelId="{2E2CCDE2-71AE-4175-8FBA-B36D516EF4FB}">
      <dgm:prSet/>
      <dgm:spPr/>
      <dgm:t>
        <a:bodyPr/>
        <a:lstStyle/>
        <a:p>
          <a:r>
            <a:rPr lang="en-US" i="0" baseline="0" dirty="0"/>
            <a:t>Real-Time Predictions</a:t>
          </a:r>
          <a:endParaRPr lang="en-IN" dirty="0"/>
        </a:p>
      </dgm:t>
    </dgm:pt>
    <dgm:pt modelId="{6EC0010F-AE9B-417F-996F-CBD0583CC20F}" type="parTrans" cxnId="{DFD5896D-2969-455D-8EFE-3494E11A74F5}">
      <dgm:prSet/>
      <dgm:spPr/>
      <dgm:t>
        <a:bodyPr/>
        <a:lstStyle/>
        <a:p>
          <a:endParaRPr lang="en-IN"/>
        </a:p>
      </dgm:t>
    </dgm:pt>
    <dgm:pt modelId="{C46C4E81-2514-4771-A2D5-63A8B88B8C4D}" type="sibTrans" cxnId="{DFD5896D-2969-455D-8EFE-3494E11A74F5}">
      <dgm:prSet/>
      <dgm:spPr/>
      <dgm:t>
        <a:bodyPr/>
        <a:lstStyle/>
        <a:p>
          <a:endParaRPr lang="en-IN"/>
        </a:p>
      </dgm:t>
    </dgm:pt>
    <dgm:pt modelId="{199A398F-0F4C-4D3C-9C7B-E9FDE22BB89C}">
      <dgm:prSet/>
      <dgm:spPr/>
      <dgm:t>
        <a:bodyPr/>
        <a:lstStyle/>
        <a:p>
          <a:r>
            <a:rPr lang="en-US" i="0" baseline="0"/>
            <a:t>Data Expansion</a:t>
          </a:r>
          <a:endParaRPr lang="en-IN"/>
        </a:p>
      </dgm:t>
    </dgm:pt>
    <dgm:pt modelId="{32C7AAA2-7BDF-47B3-B072-05CFCB609856}" type="parTrans" cxnId="{D72FC7DC-AECA-4851-88C5-DA9A75FD735F}">
      <dgm:prSet/>
      <dgm:spPr/>
      <dgm:t>
        <a:bodyPr/>
        <a:lstStyle/>
        <a:p>
          <a:endParaRPr lang="en-IN"/>
        </a:p>
      </dgm:t>
    </dgm:pt>
    <dgm:pt modelId="{150A16AE-6239-4627-AB81-4DC8CEA102A0}" type="sibTrans" cxnId="{D72FC7DC-AECA-4851-88C5-DA9A75FD735F}">
      <dgm:prSet/>
      <dgm:spPr/>
      <dgm:t>
        <a:bodyPr/>
        <a:lstStyle/>
        <a:p>
          <a:endParaRPr lang="en-IN"/>
        </a:p>
      </dgm:t>
    </dgm:pt>
    <dgm:pt modelId="{B82FEB54-1758-4B5E-BA20-72E6C4C6CDD7}">
      <dgm:prSet/>
      <dgm:spPr/>
      <dgm:t>
        <a:bodyPr/>
        <a:lstStyle/>
        <a:p>
          <a:r>
            <a:rPr lang="en-US" i="0" baseline="0"/>
            <a:t>Addressing Imbalanced Data</a:t>
          </a:r>
          <a:endParaRPr lang="en-IN"/>
        </a:p>
      </dgm:t>
    </dgm:pt>
    <dgm:pt modelId="{AB16C505-FEA7-4341-9072-DCF55438B695}" type="parTrans" cxnId="{D7327F74-7F96-4C73-8B05-96F412CB1B15}">
      <dgm:prSet/>
      <dgm:spPr/>
      <dgm:t>
        <a:bodyPr/>
        <a:lstStyle/>
        <a:p>
          <a:endParaRPr lang="en-IN"/>
        </a:p>
      </dgm:t>
    </dgm:pt>
    <dgm:pt modelId="{BF96A7C8-87C5-4C41-8934-5D8017CCF60F}" type="sibTrans" cxnId="{D7327F74-7F96-4C73-8B05-96F412CB1B15}">
      <dgm:prSet/>
      <dgm:spPr/>
      <dgm:t>
        <a:bodyPr/>
        <a:lstStyle/>
        <a:p>
          <a:endParaRPr lang="en-IN"/>
        </a:p>
      </dgm:t>
    </dgm:pt>
    <dgm:pt modelId="{DBD9F24B-E3BF-4095-AE5A-72980ADD6F28}">
      <dgm:prSet/>
      <dgm:spPr/>
      <dgm:t>
        <a:bodyPr/>
        <a:lstStyle/>
        <a:p>
          <a:r>
            <a:rPr lang="en-US" i="0" baseline="0"/>
            <a:t>Price Trend Analysis </a:t>
          </a:r>
          <a:endParaRPr lang="en-IN"/>
        </a:p>
      </dgm:t>
    </dgm:pt>
    <dgm:pt modelId="{D8E74773-B48E-47CE-80DE-1FDEE22DF9CF}" type="parTrans" cxnId="{CE287601-53E8-495F-A619-67C674B1D151}">
      <dgm:prSet/>
      <dgm:spPr/>
      <dgm:t>
        <a:bodyPr/>
        <a:lstStyle/>
        <a:p>
          <a:endParaRPr lang="en-IN"/>
        </a:p>
      </dgm:t>
    </dgm:pt>
    <dgm:pt modelId="{76CC194C-A0E2-4AFC-9F5B-213E4A5C7063}" type="sibTrans" cxnId="{CE287601-53E8-495F-A619-67C674B1D151}">
      <dgm:prSet/>
      <dgm:spPr/>
      <dgm:t>
        <a:bodyPr/>
        <a:lstStyle/>
        <a:p>
          <a:endParaRPr lang="en-IN"/>
        </a:p>
      </dgm:t>
    </dgm:pt>
    <dgm:pt modelId="{EAFE2DB4-B094-4E33-B898-1F6457F0B0E1}" type="pres">
      <dgm:prSet presAssocID="{03420DEB-2F4B-4EA7-9AA0-0DAD6052248E}" presName="diagram" presStyleCnt="0">
        <dgm:presLayoutVars>
          <dgm:chPref val="1"/>
          <dgm:dir/>
          <dgm:animOne val="branch"/>
          <dgm:animLvl val="lvl"/>
          <dgm:resizeHandles/>
        </dgm:presLayoutVars>
      </dgm:prSet>
      <dgm:spPr/>
    </dgm:pt>
    <dgm:pt modelId="{B14660D6-F15C-47BF-B998-2EB15078AE46}" type="pres">
      <dgm:prSet presAssocID="{7CEE3E22-E8A0-45E6-B8DE-33EB859EF629}" presName="root" presStyleCnt="0"/>
      <dgm:spPr/>
    </dgm:pt>
    <dgm:pt modelId="{C5797FF8-2CF6-4FF1-B72C-47603A394F7F}" type="pres">
      <dgm:prSet presAssocID="{7CEE3E22-E8A0-45E6-B8DE-33EB859EF629}" presName="rootComposite" presStyleCnt="0"/>
      <dgm:spPr/>
    </dgm:pt>
    <dgm:pt modelId="{4954DB9C-68C5-4048-BB91-057D2F0D933C}" type="pres">
      <dgm:prSet presAssocID="{7CEE3E22-E8A0-45E6-B8DE-33EB859EF629}" presName="rootText" presStyleLbl="node1" presStyleIdx="0" presStyleCnt="5"/>
      <dgm:spPr/>
    </dgm:pt>
    <dgm:pt modelId="{F8C8D648-1693-4A59-BCEE-14C927478563}" type="pres">
      <dgm:prSet presAssocID="{7CEE3E22-E8A0-45E6-B8DE-33EB859EF629}" presName="rootConnector" presStyleLbl="node1" presStyleIdx="0" presStyleCnt="5"/>
      <dgm:spPr/>
    </dgm:pt>
    <dgm:pt modelId="{726E0CC8-E432-419F-8D82-7D90EE2BA310}" type="pres">
      <dgm:prSet presAssocID="{7CEE3E22-E8A0-45E6-B8DE-33EB859EF629}" presName="childShape" presStyleCnt="0"/>
      <dgm:spPr/>
    </dgm:pt>
    <dgm:pt modelId="{A4F645A2-36BD-49D6-9DBA-50DA06B694E1}" type="pres">
      <dgm:prSet presAssocID="{2E2CCDE2-71AE-4175-8FBA-B36D516EF4FB}" presName="root" presStyleCnt="0"/>
      <dgm:spPr/>
    </dgm:pt>
    <dgm:pt modelId="{3B1D0517-AEBB-4759-9670-CEA93D3CE26B}" type="pres">
      <dgm:prSet presAssocID="{2E2CCDE2-71AE-4175-8FBA-B36D516EF4FB}" presName="rootComposite" presStyleCnt="0"/>
      <dgm:spPr/>
    </dgm:pt>
    <dgm:pt modelId="{E3838628-A6D4-4968-AF34-C5B872295A95}" type="pres">
      <dgm:prSet presAssocID="{2E2CCDE2-71AE-4175-8FBA-B36D516EF4FB}" presName="rootText" presStyleLbl="node1" presStyleIdx="1" presStyleCnt="5"/>
      <dgm:spPr/>
    </dgm:pt>
    <dgm:pt modelId="{9F2DFD8D-042C-4E9E-AEE8-8B2FDE4270B2}" type="pres">
      <dgm:prSet presAssocID="{2E2CCDE2-71AE-4175-8FBA-B36D516EF4FB}" presName="rootConnector" presStyleLbl="node1" presStyleIdx="1" presStyleCnt="5"/>
      <dgm:spPr/>
    </dgm:pt>
    <dgm:pt modelId="{9C562E62-9208-4A44-A510-E4113C10D458}" type="pres">
      <dgm:prSet presAssocID="{2E2CCDE2-71AE-4175-8FBA-B36D516EF4FB}" presName="childShape" presStyleCnt="0"/>
      <dgm:spPr/>
    </dgm:pt>
    <dgm:pt modelId="{BBA64900-C4FA-4E76-A323-8BC6F673FAAE}" type="pres">
      <dgm:prSet presAssocID="{199A398F-0F4C-4D3C-9C7B-E9FDE22BB89C}" presName="root" presStyleCnt="0"/>
      <dgm:spPr/>
    </dgm:pt>
    <dgm:pt modelId="{7C10244E-DE73-4E23-BA76-FC3DCE3636AF}" type="pres">
      <dgm:prSet presAssocID="{199A398F-0F4C-4D3C-9C7B-E9FDE22BB89C}" presName="rootComposite" presStyleCnt="0"/>
      <dgm:spPr/>
    </dgm:pt>
    <dgm:pt modelId="{C3026B4D-4CB5-4CE0-B88C-CC2DA0C5BF2B}" type="pres">
      <dgm:prSet presAssocID="{199A398F-0F4C-4D3C-9C7B-E9FDE22BB89C}" presName="rootText" presStyleLbl="node1" presStyleIdx="2" presStyleCnt="5"/>
      <dgm:spPr/>
    </dgm:pt>
    <dgm:pt modelId="{23CD421A-2E84-4996-8FCE-9A03F26F4E36}" type="pres">
      <dgm:prSet presAssocID="{199A398F-0F4C-4D3C-9C7B-E9FDE22BB89C}" presName="rootConnector" presStyleLbl="node1" presStyleIdx="2" presStyleCnt="5"/>
      <dgm:spPr/>
    </dgm:pt>
    <dgm:pt modelId="{8E726BA8-4723-4F13-ACAE-E0D19A52C8F6}" type="pres">
      <dgm:prSet presAssocID="{199A398F-0F4C-4D3C-9C7B-E9FDE22BB89C}" presName="childShape" presStyleCnt="0"/>
      <dgm:spPr/>
    </dgm:pt>
    <dgm:pt modelId="{DDB20BB8-2768-4104-AF78-564CC734A8A6}" type="pres">
      <dgm:prSet presAssocID="{B82FEB54-1758-4B5E-BA20-72E6C4C6CDD7}" presName="root" presStyleCnt="0"/>
      <dgm:spPr/>
    </dgm:pt>
    <dgm:pt modelId="{C7351002-149E-491A-A35D-99F8986C0194}" type="pres">
      <dgm:prSet presAssocID="{B82FEB54-1758-4B5E-BA20-72E6C4C6CDD7}" presName="rootComposite" presStyleCnt="0"/>
      <dgm:spPr/>
    </dgm:pt>
    <dgm:pt modelId="{F045DC0E-FF41-4883-97A9-03E91803FD95}" type="pres">
      <dgm:prSet presAssocID="{B82FEB54-1758-4B5E-BA20-72E6C4C6CDD7}" presName="rootText" presStyleLbl="node1" presStyleIdx="3" presStyleCnt="5"/>
      <dgm:spPr/>
    </dgm:pt>
    <dgm:pt modelId="{4087FC58-4EE2-4D6E-BCB1-D21F56142E9C}" type="pres">
      <dgm:prSet presAssocID="{B82FEB54-1758-4B5E-BA20-72E6C4C6CDD7}" presName="rootConnector" presStyleLbl="node1" presStyleIdx="3" presStyleCnt="5"/>
      <dgm:spPr/>
    </dgm:pt>
    <dgm:pt modelId="{734D3ACA-B69E-4978-A98E-F941D659C557}" type="pres">
      <dgm:prSet presAssocID="{B82FEB54-1758-4B5E-BA20-72E6C4C6CDD7}" presName="childShape" presStyleCnt="0"/>
      <dgm:spPr/>
    </dgm:pt>
    <dgm:pt modelId="{CA37F9DC-D557-4D11-819D-297645635F4A}" type="pres">
      <dgm:prSet presAssocID="{DBD9F24B-E3BF-4095-AE5A-72980ADD6F28}" presName="root" presStyleCnt="0"/>
      <dgm:spPr/>
    </dgm:pt>
    <dgm:pt modelId="{D920B99E-0C16-499F-9090-382B64793816}" type="pres">
      <dgm:prSet presAssocID="{DBD9F24B-E3BF-4095-AE5A-72980ADD6F28}" presName="rootComposite" presStyleCnt="0"/>
      <dgm:spPr/>
    </dgm:pt>
    <dgm:pt modelId="{5F7745C0-779A-4835-A225-DF70392B5F9A}" type="pres">
      <dgm:prSet presAssocID="{DBD9F24B-E3BF-4095-AE5A-72980ADD6F28}" presName="rootText" presStyleLbl="node1" presStyleIdx="4" presStyleCnt="5"/>
      <dgm:spPr/>
    </dgm:pt>
    <dgm:pt modelId="{DFF6C7E5-B895-4AD4-823F-36980257C1CC}" type="pres">
      <dgm:prSet presAssocID="{DBD9F24B-E3BF-4095-AE5A-72980ADD6F28}" presName="rootConnector" presStyleLbl="node1" presStyleIdx="4" presStyleCnt="5"/>
      <dgm:spPr/>
    </dgm:pt>
    <dgm:pt modelId="{9B727B80-920A-4EFA-BA1A-8D00D7B671AD}" type="pres">
      <dgm:prSet presAssocID="{DBD9F24B-E3BF-4095-AE5A-72980ADD6F28}" presName="childShape" presStyleCnt="0"/>
      <dgm:spPr/>
    </dgm:pt>
  </dgm:ptLst>
  <dgm:cxnLst>
    <dgm:cxn modelId="{CE287601-53E8-495F-A619-67C674B1D151}" srcId="{03420DEB-2F4B-4EA7-9AA0-0DAD6052248E}" destId="{DBD9F24B-E3BF-4095-AE5A-72980ADD6F28}" srcOrd="4" destOrd="0" parTransId="{D8E74773-B48E-47CE-80DE-1FDEE22DF9CF}" sibTransId="{76CC194C-A0E2-4AFC-9F5B-213E4A5C7063}"/>
    <dgm:cxn modelId="{74553802-2393-4C96-BC72-34B655468098}" type="presOf" srcId="{2E2CCDE2-71AE-4175-8FBA-B36D516EF4FB}" destId="{E3838628-A6D4-4968-AF34-C5B872295A95}" srcOrd="0" destOrd="0" presId="urn:microsoft.com/office/officeart/2005/8/layout/hierarchy3"/>
    <dgm:cxn modelId="{C0280516-5A53-4D21-AE65-DDDB75259058}" type="presOf" srcId="{B82FEB54-1758-4B5E-BA20-72E6C4C6CDD7}" destId="{4087FC58-4EE2-4D6E-BCB1-D21F56142E9C}" srcOrd="1" destOrd="0" presId="urn:microsoft.com/office/officeart/2005/8/layout/hierarchy3"/>
    <dgm:cxn modelId="{1B62031A-41D2-4C57-9E04-D38503F8482C}" type="presOf" srcId="{7CEE3E22-E8A0-45E6-B8DE-33EB859EF629}" destId="{F8C8D648-1693-4A59-BCEE-14C927478563}" srcOrd="1" destOrd="0" presId="urn:microsoft.com/office/officeart/2005/8/layout/hierarchy3"/>
    <dgm:cxn modelId="{5685641D-1E4D-4C28-B996-D7494087295F}" type="presOf" srcId="{199A398F-0F4C-4D3C-9C7B-E9FDE22BB89C}" destId="{C3026B4D-4CB5-4CE0-B88C-CC2DA0C5BF2B}" srcOrd="0" destOrd="0" presId="urn:microsoft.com/office/officeart/2005/8/layout/hierarchy3"/>
    <dgm:cxn modelId="{1EBE1F2A-2053-4485-8B50-120EC3B20013}" type="presOf" srcId="{B82FEB54-1758-4B5E-BA20-72E6C4C6CDD7}" destId="{F045DC0E-FF41-4883-97A9-03E91803FD95}" srcOrd="0" destOrd="0" presId="urn:microsoft.com/office/officeart/2005/8/layout/hierarchy3"/>
    <dgm:cxn modelId="{23B37B36-22BC-406F-86AB-09427B2AB8A3}" type="presOf" srcId="{2E2CCDE2-71AE-4175-8FBA-B36D516EF4FB}" destId="{9F2DFD8D-042C-4E9E-AEE8-8B2FDE4270B2}" srcOrd="1" destOrd="0" presId="urn:microsoft.com/office/officeart/2005/8/layout/hierarchy3"/>
    <dgm:cxn modelId="{24379A6C-62DD-4C81-A19D-A02DDB15D3FE}" type="presOf" srcId="{7CEE3E22-E8A0-45E6-B8DE-33EB859EF629}" destId="{4954DB9C-68C5-4048-BB91-057D2F0D933C}" srcOrd="0" destOrd="0" presId="urn:microsoft.com/office/officeart/2005/8/layout/hierarchy3"/>
    <dgm:cxn modelId="{DFD5896D-2969-455D-8EFE-3494E11A74F5}" srcId="{03420DEB-2F4B-4EA7-9AA0-0DAD6052248E}" destId="{2E2CCDE2-71AE-4175-8FBA-B36D516EF4FB}" srcOrd="1" destOrd="0" parTransId="{6EC0010F-AE9B-417F-996F-CBD0583CC20F}" sibTransId="{C46C4E81-2514-4771-A2D5-63A8B88B8C4D}"/>
    <dgm:cxn modelId="{D7327F74-7F96-4C73-8B05-96F412CB1B15}" srcId="{03420DEB-2F4B-4EA7-9AA0-0DAD6052248E}" destId="{B82FEB54-1758-4B5E-BA20-72E6C4C6CDD7}" srcOrd="3" destOrd="0" parTransId="{AB16C505-FEA7-4341-9072-DCF55438B695}" sibTransId="{BF96A7C8-87C5-4C41-8934-5D8017CCF60F}"/>
    <dgm:cxn modelId="{E5EEB58A-7943-4C5E-817C-6F7AA5CE5254}" srcId="{03420DEB-2F4B-4EA7-9AA0-0DAD6052248E}" destId="{7CEE3E22-E8A0-45E6-B8DE-33EB859EF629}" srcOrd="0" destOrd="0" parTransId="{AD5F3E3B-E8BE-4C3C-A6CC-C4652D190587}" sibTransId="{A2B19820-E7B4-4350-9E31-0D8E8BA9286E}"/>
    <dgm:cxn modelId="{ED7D2DB3-926C-4FDD-9BE8-32B7FA9D8E28}" type="presOf" srcId="{DBD9F24B-E3BF-4095-AE5A-72980ADD6F28}" destId="{5F7745C0-779A-4835-A225-DF70392B5F9A}" srcOrd="0" destOrd="0" presId="urn:microsoft.com/office/officeart/2005/8/layout/hierarchy3"/>
    <dgm:cxn modelId="{3EED83BC-3C4F-4E18-B3C4-248CFBBF5143}" type="presOf" srcId="{DBD9F24B-E3BF-4095-AE5A-72980ADD6F28}" destId="{DFF6C7E5-B895-4AD4-823F-36980257C1CC}" srcOrd="1" destOrd="0" presId="urn:microsoft.com/office/officeart/2005/8/layout/hierarchy3"/>
    <dgm:cxn modelId="{1F2341CA-D3A4-45A9-BE49-60C77DC67B0E}" type="presOf" srcId="{03420DEB-2F4B-4EA7-9AA0-0DAD6052248E}" destId="{EAFE2DB4-B094-4E33-B898-1F6457F0B0E1}" srcOrd="0" destOrd="0" presId="urn:microsoft.com/office/officeart/2005/8/layout/hierarchy3"/>
    <dgm:cxn modelId="{D72FC7DC-AECA-4851-88C5-DA9A75FD735F}" srcId="{03420DEB-2F4B-4EA7-9AA0-0DAD6052248E}" destId="{199A398F-0F4C-4D3C-9C7B-E9FDE22BB89C}" srcOrd="2" destOrd="0" parTransId="{32C7AAA2-7BDF-47B3-B072-05CFCB609856}" sibTransId="{150A16AE-6239-4627-AB81-4DC8CEA102A0}"/>
    <dgm:cxn modelId="{97C869F2-C8CE-4A12-A812-F7C2D6BB3E7F}" type="presOf" srcId="{199A398F-0F4C-4D3C-9C7B-E9FDE22BB89C}" destId="{23CD421A-2E84-4996-8FCE-9A03F26F4E36}" srcOrd="1" destOrd="0" presId="urn:microsoft.com/office/officeart/2005/8/layout/hierarchy3"/>
    <dgm:cxn modelId="{6D6617CD-604F-47EA-8AFB-AC757D738DDD}" type="presParOf" srcId="{EAFE2DB4-B094-4E33-B898-1F6457F0B0E1}" destId="{B14660D6-F15C-47BF-B998-2EB15078AE46}" srcOrd="0" destOrd="0" presId="urn:microsoft.com/office/officeart/2005/8/layout/hierarchy3"/>
    <dgm:cxn modelId="{337EE7CE-92B8-4612-9870-190261CF17D5}" type="presParOf" srcId="{B14660D6-F15C-47BF-B998-2EB15078AE46}" destId="{C5797FF8-2CF6-4FF1-B72C-47603A394F7F}" srcOrd="0" destOrd="0" presId="urn:microsoft.com/office/officeart/2005/8/layout/hierarchy3"/>
    <dgm:cxn modelId="{0FA66291-83DB-4F46-A10D-B8C75AEF15EE}" type="presParOf" srcId="{C5797FF8-2CF6-4FF1-B72C-47603A394F7F}" destId="{4954DB9C-68C5-4048-BB91-057D2F0D933C}" srcOrd="0" destOrd="0" presId="urn:microsoft.com/office/officeart/2005/8/layout/hierarchy3"/>
    <dgm:cxn modelId="{B4DB1EBD-1B50-454B-9C77-873BCCFD4E1C}" type="presParOf" srcId="{C5797FF8-2CF6-4FF1-B72C-47603A394F7F}" destId="{F8C8D648-1693-4A59-BCEE-14C927478563}" srcOrd="1" destOrd="0" presId="urn:microsoft.com/office/officeart/2005/8/layout/hierarchy3"/>
    <dgm:cxn modelId="{F15C5A2D-5FD8-4608-9059-1AB06A4E8168}" type="presParOf" srcId="{B14660D6-F15C-47BF-B998-2EB15078AE46}" destId="{726E0CC8-E432-419F-8D82-7D90EE2BA310}" srcOrd="1" destOrd="0" presId="urn:microsoft.com/office/officeart/2005/8/layout/hierarchy3"/>
    <dgm:cxn modelId="{320F448A-00AE-4D21-873E-34F862D84DE3}" type="presParOf" srcId="{EAFE2DB4-B094-4E33-B898-1F6457F0B0E1}" destId="{A4F645A2-36BD-49D6-9DBA-50DA06B694E1}" srcOrd="1" destOrd="0" presId="urn:microsoft.com/office/officeart/2005/8/layout/hierarchy3"/>
    <dgm:cxn modelId="{202EF04B-55E3-4BAB-8A88-DCF4D8CDB39D}" type="presParOf" srcId="{A4F645A2-36BD-49D6-9DBA-50DA06B694E1}" destId="{3B1D0517-AEBB-4759-9670-CEA93D3CE26B}" srcOrd="0" destOrd="0" presId="urn:microsoft.com/office/officeart/2005/8/layout/hierarchy3"/>
    <dgm:cxn modelId="{1D56DFA4-0DDE-446D-8450-4D2A8DDD2BE0}" type="presParOf" srcId="{3B1D0517-AEBB-4759-9670-CEA93D3CE26B}" destId="{E3838628-A6D4-4968-AF34-C5B872295A95}" srcOrd="0" destOrd="0" presId="urn:microsoft.com/office/officeart/2005/8/layout/hierarchy3"/>
    <dgm:cxn modelId="{A815BF75-186D-47D2-829B-FA5D9A6F5231}" type="presParOf" srcId="{3B1D0517-AEBB-4759-9670-CEA93D3CE26B}" destId="{9F2DFD8D-042C-4E9E-AEE8-8B2FDE4270B2}" srcOrd="1" destOrd="0" presId="urn:microsoft.com/office/officeart/2005/8/layout/hierarchy3"/>
    <dgm:cxn modelId="{86893730-D5A2-43A4-8A0C-2544233D003D}" type="presParOf" srcId="{A4F645A2-36BD-49D6-9DBA-50DA06B694E1}" destId="{9C562E62-9208-4A44-A510-E4113C10D458}" srcOrd="1" destOrd="0" presId="urn:microsoft.com/office/officeart/2005/8/layout/hierarchy3"/>
    <dgm:cxn modelId="{B6983EDA-D72F-414D-A94C-4C0F8C220E48}" type="presParOf" srcId="{EAFE2DB4-B094-4E33-B898-1F6457F0B0E1}" destId="{BBA64900-C4FA-4E76-A323-8BC6F673FAAE}" srcOrd="2" destOrd="0" presId="urn:microsoft.com/office/officeart/2005/8/layout/hierarchy3"/>
    <dgm:cxn modelId="{72A40B7E-7032-43FB-92C4-D00814189A9C}" type="presParOf" srcId="{BBA64900-C4FA-4E76-A323-8BC6F673FAAE}" destId="{7C10244E-DE73-4E23-BA76-FC3DCE3636AF}" srcOrd="0" destOrd="0" presId="urn:microsoft.com/office/officeart/2005/8/layout/hierarchy3"/>
    <dgm:cxn modelId="{69265840-5DFF-4D76-A7F9-274353C77CC1}" type="presParOf" srcId="{7C10244E-DE73-4E23-BA76-FC3DCE3636AF}" destId="{C3026B4D-4CB5-4CE0-B88C-CC2DA0C5BF2B}" srcOrd="0" destOrd="0" presId="urn:microsoft.com/office/officeart/2005/8/layout/hierarchy3"/>
    <dgm:cxn modelId="{36561716-C79D-4834-AEC7-F526FFB5BE21}" type="presParOf" srcId="{7C10244E-DE73-4E23-BA76-FC3DCE3636AF}" destId="{23CD421A-2E84-4996-8FCE-9A03F26F4E36}" srcOrd="1" destOrd="0" presId="urn:microsoft.com/office/officeart/2005/8/layout/hierarchy3"/>
    <dgm:cxn modelId="{E2111868-7F69-4F13-B5D0-C8B2D0235A65}" type="presParOf" srcId="{BBA64900-C4FA-4E76-A323-8BC6F673FAAE}" destId="{8E726BA8-4723-4F13-ACAE-E0D19A52C8F6}" srcOrd="1" destOrd="0" presId="urn:microsoft.com/office/officeart/2005/8/layout/hierarchy3"/>
    <dgm:cxn modelId="{F92D6B94-5650-4640-ADCE-F23AC7AF1F7A}" type="presParOf" srcId="{EAFE2DB4-B094-4E33-B898-1F6457F0B0E1}" destId="{DDB20BB8-2768-4104-AF78-564CC734A8A6}" srcOrd="3" destOrd="0" presId="urn:microsoft.com/office/officeart/2005/8/layout/hierarchy3"/>
    <dgm:cxn modelId="{05647D86-E975-4C79-91AA-44F562CE1577}" type="presParOf" srcId="{DDB20BB8-2768-4104-AF78-564CC734A8A6}" destId="{C7351002-149E-491A-A35D-99F8986C0194}" srcOrd="0" destOrd="0" presId="urn:microsoft.com/office/officeart/2005/8/layout/hierarchy3"/>
    <dgm:cxn modelId="{F9A6C2DD-F49D-4041-8DD5-635C1AF7908C}" type="presParOf" srcId="{C7351002-149E-491A-A35D-99F8986C0194}" destId="{F045DC0E-FF41-4883-97A9-03E91803FD95}" srcOrd="0" destOrd="0" presId="urn:microsoft.com/office/officeart/2005/8/layout/hierarchy3"/>
    <dgm:cxn modelId="{F27636FE-4785-40BF-93C4-792C31A0BA9E}" type="presParOf" srcId="{C7351002-149E-491A-A35D-99F8986C0194}" destId="{4087FC58-4EE2-4D6E-BCB1-D21F56142E9C}" srcOrd="1" destOrd="0" presId="urn:microsoft.com/office/officeart/2005/8/layout/hierarchy3"/>
    <dgm:cxn modelId="{61936E34-4D9D-47D1-AC5B-B1463DA6AABF}" type="presParOf" srcId="{DDB20BB8-2768-4104-AF78-564CC734A8A6}" destId="{734D3ACA-B69E-4978-A98E-F941D659C557}" srcOrd="1" destOrd="0" presId="urn:microsoft.com/office/officeart/2005/8/layout/hierarchy3"/>
    <dgm:cxn modelId="{69F4050E-C3E5-4901-908D-F6C189747A63}" type="presParOf" srcId="{EAFE2DB4-B094-4E33-B898-1F6457F0B0E1}" destId="{CA37F9DC-D557-4D11-819D-297645635F4A}" srcOrd="4" destOrd="0" presId="urn:microsoft.com/office/officeart/2005/8/layout/hierarchy3"/>
    <dgm:cxn modelId="{98082457-FAA4-4703-9FC4-6E36AABECB44}" type="presParOf" srcId="{CA37F9DC-D557-4D11-819D-297645635F4A}" destId="{D920B99E-0C16-499F-9090-382B64793816}" srcOrd="0" destOrd="0" presId="urn:microsoft.com/office/officeart/2005/8/layout/hierarchy3"/>
    <dgm:cxn modelId="{00ABB6FC-15D1-42E2-9C76-6D2054B91546}" type="presParOf" srcId="{D920B99E-0C16-499F-9090-382B64793816}" destId="{5F7745C0-779A-4835-A225-DF70392B5F9A}" srcOrd="0" destOrd="0" presId="urn:microsoft.com/office/officeart/2005/8/layout/hierarchy3"/>
    <dgm:cxn modelId="{B704ED29-9B1E-47F2-A7CB-5870AC794929}" type="presParOf" srcId="{D920B99E-0C16-499F-9090-382B64793816}" destId="{DFF6C7E5-B895-4AD4-823F-36980257C1CC}" srcOrd="1" destOrd="0" presId="urn:microsoft.com/office/officeart/2005/8/layout/hierarchy3"/>
    <dgm:cxn modelId="{F5D4CFC9-F9BA-4772-B9AB-D1BB5117142E}" type="presParOf" srcId="{CA37F9DC-D557-4D11-819D-297645635F4A}" destId="{9B727B80-920A-4EFA-BA1A-8D00D7B671AD}"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76674-9C69-452F-B46D-DE36908422C4}">
      <dsp:nvSpPr>
        <dsp:cNvPr id="0" name=""/>
        <dsp:cNvSpPr/>
      </dsp:nvSpPr>
      <dsp:spPr>
        <a:xfrm>
          <a:off x="0" y="121814"/>
          <a:ext cx="8894762" cy="8634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b="1" kern="1200" dirty="0"/>
            <a:t>CONTENTS </a:t>
          </a:r>
          <a:endParaRPr lang="en-IN" sz="3600" kern="1200" dirty="0"/>
        </a:p>
      </dsp:txBody>
      <dsp:txXfrm>
        <a:off x="42151" y="163965"/>
        <a:ext cx="8810460" cy="779158"/>
      </dsp:txXfrm>
    </dsp:sp>
    <dsp:sp modelId="{DF83E7CD-7602-4D18-9214-40819C91D447}">
      <dsp:nvSpPr>
        <dsp:cNvPr id="0" name=""/>
        <dsp:cNvSpPr/>
      </dsp:nvSpPr>
      <dsp:spPr>
        <a:xfrm>
          <a:off x="0" y="985274"/>
          <a:ext cx="8894762" cy="432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2409"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n-US" sz="2800" kern="1200"/>
            <a:t>Introduction</a:t>
          </a:r>
          <a:endParaRPr lang="en-IN" sz="2800" kern="1200"/>
        </a:p>
        <a:p>
          <a:pPr marL="285750" lvl="1" indent="-285750" algn="l" defTabSz="1244600">
            <a:lnSpc>
              <a:spcPct val="90000"/>
            </a:lnSpc>
            <a:spcBef>
              <a:spcPct val="0"/>
            </a:spcBef>
            <a:spcAft>
              <a:spcPct val="20000"/>
            </a:spcAft>
            <a:buChar char="•"/>
          </a:pPr>
          <a:r>
            <a:rPr lang="en-US" sz="2800" kern="1200" dirty="0"/>
            <a:t>Existing System, Problem Statement, Proposed System</a:t>
          </a:r>
          <a:endParaRPr lang="en-IN" sz="2800" kern="1200" dirty="0"/>
        </a:p>
        <a:p>
          <a:pPr marL="285750" lvl="1" indent="-285750" algn="l" defTabSz="1244600">
            <a:lnSpc>
              <a:spcPct val="90000"/>
            </a:lnSpc>
            <a:spcBef>
              <a:spcPct val="0"/>
            </a:spcBef>
            <a:spcAft>
              <a:spcPct val="20000"/>
            </a:spcAft>
            <a:buChar char="•"/>
          </a:pPr>
          <a:r>
            <a:rPr lang="en-US" sz="2800" kern="1200"/>
            <a:t>Literature Survey</a:t>
          </a:r>
          <a:endParaRPr lang="en-IN" sz="2800" kern="1200"/>
        </a:p>
        <a:p>
          <a:pPr marL="285750" lvl="1" indent="-285750" algn="l" defTabSz="1244600">
            <a:lnSpc>
              <a:spcPct val="90000"/>
            </a:lnSpc>
            <a:spcBef>
              <a:spcPct val="0"/>
            </a:spcBef>
            <a:spcAft>
              <a:spcPct val="20000"/>
            </a:spcAft>
            <a:buChar char="•"/>
          </a:pPr>
          <a:r>
            <a:rPr lang="en-US" sz="2800" kern="1200"/>
            <a:t>System Requirements</a:t>
          </a:r>
          <a:endParaRPr lang="en-IN" sz="2800" kern="1200"/>
        </a:p>
        <a:p>
          <a:pPr marL="285750" lvl="1" indent="-285750" algn="l" defTabSz="1244600">
            <a:lnSpc>
              <a:spcPct val="90000"/>
            </a:lnSpc>
            <a:spcBef>
              <a:spcPct val="0"/>
            </a:spcBef>
            <a:spcAft>
              <a:spcPct val="20000"/>
            </a:spcAft>
            <a:buChar char="•"/>
          </a:pPr>
          <a:r>
            <a:rPr lang="en-US" sz="2800" kern="1200"/>
            <a:t>System Methodology/Flow Diagram</a:t>
          </a:r>
          <a:endParaRPr lang="en-IN" sz="2800" kern="1200"/>
        </a:p>
        <a:p>
          <a:pPr marL="285750" lvl="1" indent="-285750" algn="l" defTabSz="1244600">
            <a:lnSpc>
              <a:spcPct val="90000"/>
            </a:lnSpc>
            <a:spcBef>
              <a:spcPct val="0"/>
            </a:spcBef>
            <a:spcAft>
              <a:spcPct val="20000"/>
            </a:spcAft>
            <a:buChar char="•"/>
          </a:pPr>
          <a:r>
            <a:rPr lang="en-US" sz="2800" kern="1200" dirty="0"/>
            <a:t>Implementation</a:t>
          </a:r>
          <a:endParaRPr lang="en-IN" sz="2800" kern="1200" dirty="0"/>
        </a:p>
        <a:p>
          <a:pPr marL="285750" lvl="1" indent="-285750" algn="l" defTabSz="1244600">
            <a:lnSpc>
              <a:spcPct val="90000"/>
            </a:lnSpc>
            <a:spcBef>
              <a:spcPct val="0"/>
            </a:spcBef>
            <a:spcAft>
              <a:spcPct val="20000"/>
            </a:spcAft>
            <a:buChar char="•"/>
          </a:pPr>
          <a:r>
            <a:rPr lang="en-US" sz="2800" kern="1200"/>
            <a:t>Conclusion</a:t>
          </a:r>
          <a:endParaRPr lang="en-IN" sz="2800" kern="1200"/>
        </a:p>
        <a:p>
          <a:pPr marL="285750" lvl="1" indent="-285750" algn="l" defTabSz="1244600">
            <a:lnSpc>
              <a:spcPct val="90000"/>
            </a:lnSpc>
            <a:spcBef>
              <a:spcPct val="0"/>
            </a:spcBef>
            <a:spcAft>
              <a:spcPct val="20000"/>
            </a:spcAft>
            <a:buChar char="•"/>
          </a:pPr>
          <a:r>
            <a:rPr lang="en-US" sz="2800" kern="1200"/>
            <a:t>Future Scope</a:t>
          </a:r>
          <a:endParaRPr lang="en-IN" sz="2800" kern="1200"/>
        </a:p>
        <a:p>
          <a:pPr marL="285750" lvl="1" indent="-285750" algn="l" defTabSz="1244600">
            <a:lnSpc>
              <a:spcPct val="90000"/>
            </a:lnSpc>
            <a:spcBef>
              <a:spcPct val="0"/>
            </a:spcBef>
            <a:spcAft>
              <a:spcPct val="20000"/>
            </a:spcAft>
            <a:buChar char="•"/>
          </a:pPr>
          <a:r>
            <a:rPr lang="en-US" sz="2800" kern="1200" dirty="0"/>
            <a:t>References</a:t>
          </a:r>
          <a:endParaRPr lang="en-IN" sz="2800" kern="1200" dirty="0"/>
        </a:p>
      </dsp:txBody>
      <dsp:txXfrm>
        <a:off x="0" y="985274"/>
        <a:ext cx="8894762" cy="43221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F45537-24CA-4992-B12B-BD19DFC05A32}">
      <dsp:nvSpPr>
        <dsp:cNvPr id="0" name=""/>
        <dsp:cNvSpPr/>
      </dsp:nvSpPr>
      <dsp:spPr>
        <a:xfrm rot="5400000">
          <a:off x="-284004" y="288863"/>
          <a:ext cx="1893360" cy="132535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IN" sz="1900" kern="1200" dirty="0"/>
            <a:t>Existing System</a:t>
          </a:r>
        </a:p>
      </dsp:txBody>
      <dsp:txXfrm rot="-5400000">
        <a:off x="0" y="667535"/>
        <a:ext cx="1325352" cy="568008"/>
      </dsp:txXfrm>
    </dsp:sp>
    <dsp:sp modelId="{3E5A0AF5-AE03-4327-AC19-BD8A0AF18A3D}">
      <dsp:nvSpPr>
        <dsp:cNvPr id="0" name=""/>
        <dsp:cNvSpPr/>
      </dsp:nvSpPr>
      <dsp:spPr>
        <a:xfrm rot="5400000">
          <a:off x="3990684" y="-2660472"/>
          <a:ext cx="1230684" cy="656134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In the current used car market, pricing relies heavily on traditional valuation methods, often performed manually or using basic statistical tools.</a:t>
          </a:r>
          <a:endParaRPr lang="en-IN" sz="1500" kern="1200" dirty="0"/>
        </a:p>
        <a:p>
          <a:pPr marL="114300" lvl="1" indent="-114300" algn="l" defTabSz="666750">
            <a:lnSpc>
              <a:spcPct val="90000"/>
            </a:lnSpc>
            <a:spcBef>
              <a:spcPct val="0"/>
            </a:spcBef>
            <a:spcAft>
              <a:spcPct val="15000"/>
            </a:spcAft>
            <a:buChar char="•"/>
          </a:pPr>
          <a:r>
            <a:rPr lang="en-US" sz="1500" kern="1200" dirty="0"/>
            <a:t>These methods may not account for the intricate relationships between different factors like mileage, car age, and brand, leading to inaccurate and inconsistent pricing.</a:t>
          </a:r>
          <a:endParaRPr lang="en-IN" sz="1500" kern="1200" dirty="0"/>
        </a:p>
      </dsp:txBody>
      <dsp:txXfrm rot="-5400000">
        <a:off x="1325353" y="64936"/>
        <a:ext cx="6501270" cy="1110530"/>
      </dsp:txXfrm>
    </dsp:sp>
    <dsp:sp modelId="{B07CB0E5-1F8B-41D5-8F60-4E86D054E7C4}">
      <dsp:nvSpPr>
        <dsp:cNvPr id="0" name=""/>
        <dsp:cNvSpPr/>
      </dsp:nvSpPr>
      <dsp:spPr>
        <a:xfrm rot="5400000">
          <a:off x="-284004" y="1992253"/>
          <a:ext cx="1893360" cy="132535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IN" sz="1900" kern="1200" dirty="0"/>
            <a:t>Problem Statement</a:t>
          </a:r>
        </a:p>
      </dsp:txBody>
      <dsp:txXfrm rot="-5400000">
        <a:off x="0" y="2370925"/>
        <a:ext cx="1325352" cy="568008"/>
      </dsp:txXfrm>
    </dsp:sp>
    <dsp:sp modelId="{8A2FB367-A1D6-46DF-ADB2-F182DD8C67F3}">
      <dsp:nvSpPr>
        <dsp:cNvPr id="0" name=""/>
        <dsp:cNvSpPr/>
      </dsp:nvSpPr>
      <dsp:spPr>
        <a:xfrm rot="5400000">
          <a:off x="3990684" y="-957082"/>
          <a:ext cx="1230684" cy="656134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Accurately predicting the price of a used car is a complex task due to the numerous factors involved. Manual methods or basic tools often result in significant errors, either undervaluing or overvaluing vehicles. </a:t>
          </a:r>
          <a:endParaRPr lang="en-IN" sz="1500" kern="1200" dirty="0"/>
        </a:p>
        <a:p>
          <a:pPr marL="114300" lvl="1" indent="-114300" algn="l" defTabSz="666750">
            <a:lnSpc>
              <a:spcPct val="90000"/>
            </a:lnSpc>
            <a:spcBef>
              <a:spcPct val="0"/>
            </a:spcBef>
            <a:spcAft>
              <a:spcPct val="15000"/>
            </a:spcAft>
            <a:buChar char="•"/>
          </a:pPr>
          <a:r>
            <a:rPr lang="en-US" sz="1500" kern="1200" dirty="0"/>
            <a:t> This inconsistency poses challenges for both buyers and sellers, impacting market trust and efficiency.</a:t>
          </a:r>
          <a:endParaRPr lang="en-IN" sz="1500" kern="1200" dirty="0"/>
        </a:p>
      </dsp:txBody>
      <dsp:txXfrm rot="-5400000">
        <a:off x="1325353" y="1768326"/>
        <a:ext cx="6501270" cy="1110530"/>
      </dsp:txXfrm>
    </dsp:sp>
    <dsp:sp modelId="{67AAB151-D1E5-4C87-AA97-BFA168BAC86A}">
      <dsp:nvSpPr>
        <dsp:cNvPr id="0" name=""/>
        <dsp:cNvSpPr/>
      </dsp:nvSpPr>
      <dsp:spPr>
        <a:xfrm rot="5400000">
          <a:off x="-284004" y="3724700"/>
          <a:ext cx="1893360" cy="132535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IN" sz="1900" kern="1200" dirty="0"/>
            <a:t>Proposed System</a:t>
          </a:r>
        </a:p>
      </dsp:txBody>
      <dsp:txXfrm rot="-5400000">
        <a:off x="0" y="4103372"/>
        <a:ext cx="1325352" cy="568008"/>
      </dsp:txXfrm>
    </dsp:sp>
    <dsp:sp modelId="{A0D79EAC-0E8F-4601-AD96-AC3AB5E24667}">
      <dsp:nvSpPr>
        <dsp:cNvPr id="0" name=""/>
        <dsp:cNvSpPr/>
      </dsp:nvSpPr>
      <dsp:spPr>
        <a:xfrm rot="5400000">
          <a:off x="3951785" y="804863"/>
          <a:ext cx="1288796" cy="656134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The proposed system leverages advanced machine learning algorithms to develop a reliable and accurate car price prediction model. By analyzing historical data and utilizing features such as brand, model, mileage, and year of manufacture, the system aims to predict car prices more accurately. It integrates a user-friendly web interface using Flask, allowing users to input car details and receive real-time price predictions.</a:t>
          </a:r>
          <a:endParaRPr lang="en-IN" sz="1400" kern="1200" dirty="0"/>
        </a:p>
        <a:p>
          <a:pPr marL="114300" lvl="1" indent="-114300" algn="l" defTabSz="533400">
            <a:lnSpc>
              <a:spcPct val="90000"/>
            </a:lnSpc>
            <a:spcBef>
              <a:spcPct val="0"/>
            </a:spcBef>
            <a:spcAft>
              <a:spcPct val="15000"/>
            </a:spcAft>
            <a:buChar char="•"/>
          </a:pPr>
          <a:endParaRPr lang="en-IN" sz="1200" kern="1200" dirty="0"/>
        </a:p>
      </dsp:txBody>
      <dsp:txXfrm rot="-5400000">
        <a:off x="1315510" y="3504052"/>
        <a:ext cx="6498433" cy="11629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8C4DBC-E814-4DF8-BFF0-C90937BF5AD5}">
      <dsp:nvSpPr>
        <dsp:cNvPr id="0" name=""/>
        <dsp:cNvSpPr/>
      </dsp:nvSpPr>
      <dsp:spPr>
        <a:xfrm>
          <a:off x="41" y="22644"/>
          <a:ext cx="4006376"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a:t>Software Requirements:</a:t>
          </a:r>
          <a:endParaRPr lang="en-IN" sz="1800" kern="1200"/>
        </a:p>
      </dsp:txBody>
      <dsp:txXfrm>
        <a:off x="41" y="22644"/>
        <a:ext cx="4006376" cy="518400"/>
      </dsp:txXfrm>
    </dsp:sp>
    <dsp:sp modelId="{4C45BC2C-6A92-41C4-ADDC-9188251D415C}">
      <dsp:nvSpPr>
        <dsp:cNvPr id="0" name=""/>
        <dsp:cNvSpPr/>
      </dsp:nvSpPr>
      <dsp:spPr>
        <a:xfrm>
          <a:off x="41" y="541044"/>
          <a:ext cx="4006376" cy="3261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1" kern="1200"/>
            <a:t>Programming Language</a:t>
          </a:r>
          <a:r>
            <a:rPr lang="en-IN" sz="1800" kern="1200"/>
            <a:t>: Python</a:t>
          </a:r>
        </a:p>
        <a:p>
          <a:pPr marL="171450" lvl="1" indent="-171450" algn="l" defTabSz="800100">
            <a:lnSpc>
              <a:spcPct val="90000"/>
            </a:lnSpc>
            <a:spcBef>
              <a:spcPct val="0"/>
            </a:spcBef>
            <a:spcAft>
              <a:spcPct val="15000"/>
            </a:spcAft>
            <a:buChar char="•"/>
          </a:pPr>
          <a:r>
            <a:rPr lang="en-IN" sz="1800" b="1" kern="1200"/>
            <a:t>Web Framework</a:t>
          </a:r>
          <a:r>
            <a:rPr lang="en-IN" sz="1800" kern="1200"/>
            <a:t>: Flask</a:t>
          </a:r>
        </a:p>
        <a:p>
          <a:pPr marL="171450" lvl="1" indent="-171450" algn="l" defTabSz="800100">
            <a:lnSpc>
              <a:spcPct val="90000"/>
            </a:lnSpc>
            <a:spcBef>
              <a:spcPct val="0"/>
            </a:spcBef>
            <a:spcAft>
              <a:spcPct val="15000"/>
            </a:spcAft>
            <a:buChar char="•"/>
          </a:pPr>
          <a:r>
            <a:rPr lang="en-IN" sz="1800" b="1" kern="1200" dirty="0"/>
            <a:t>Libraries</a:t>
          </a:r>
          <a:r>
            <a:rPr lang="en-IN" sz="1800" kern="1200" dirty="0"/>
            <a:t>: Pandas, NumPy, scikit-learn, Matplotlib, Seaborn, &amp; others</a:t>
          </a:r>
        </a:p>
        <a:p>
          <a:pPr marL="171450" lvl="1" indent="-171450" algn="l" defTabSz="800100">
            <a:lnSpc>
              <a:spcPct val="90000"/>
            </a:lnSpc>
            <a:spcBef>
              <a:spcPct val="0"/>
            </a:spcBef>
            <a:spcAft>
              <a:spcPct val="15000"/>
            </a:spcAft>
            <a:buChar char="•"/>
          </a:pPr>
          <a:r>
            <a:rPr lang="en-IN" sz="1800" b="1" kern="1200"/>
            <a:t>Frontend</a:t>
          </a:r>
          <a:r>
            <a:rPr lang="en-IN" sz="1800" kern="1200"/>
            <a:t>: HTML, CSS, JavaScript (for testing on any modern browser)</a:t>
          </a:r>
        </a:p>
        <a:p>
          <a:pPr marL="171450" lvl="1" indent="-171450" algn="l" defTabSz="800100">
            <a:lnSpc>
              <a:spcPct val="90000"/>
            </a:lnSpc>
            <a:spcBef>
              <a:spcPct val="0"/>
            </a:spcBef>
            <a:spcAft>
              <a:spcPct val="15000"/>
            </a:spcAft>
            <a:buChar char="•"/>
          </a:pPr>
          <a:r>
            <a:rPr lang="en-IN" sz="1800" b="1" kern="1200" dirty="0"/>
            <a:t>IDE</a:t>
          </a:r>
          <a:r>
            <a:rPr lang="en-IN" sz="1800" kern="1200" dirty="0"/>
            <a:t>: PyCharm, VS Code, or </a:t>
          </a:r>
          <a:r>
            <a:rPr lang="en-IN" sz="1800" kern="1200" dirty="0" err="1"/>
            <a:t>Jupyter</a:t>
          </a:r>
          <a:r>
            <a:rPr lang="en-IN" sz="1800" kern="1200" dirty="0"/>
            <a:t> Notebook</a:t>
          </a:r>
        </a:p>
        <a:p>
          <a:pPr marL="171450" lvl="1" indent="-171450" algn="l" defTabSz="800100">
            <a:lnSpc>
              <a:spcPct val="90000"/>
            </a:lnSpc>
            <a:spcBef>
              <a:spcPct val="0"/>
            </a:spcBef>
            <a:spcAft>
              <a:spcPct val="15000"/>
            </a:spcAft>
            <a:buChar char="•"/>
          </a:pPr>
          <a:r>
            <a:rPr lang="en-IN" sz="1800" b="1" kern="1200"/>
            <a:t>Version Control</a:t>
          </a:r>
          <a:r>
            <a:rPr lang="en-IN" sz="1800" kern="1200"/>
            <a:t>: Git, GitHub</a:t>
          </a:r>
        </a:p>
        <a:p>
          <a:pPr marL="171450" lvl="1" indent="-171450" algn="l" defTabSz="800100">
            <a:lnSpc>
              <a:spcPct val="90000"/>
            </a:lnSpc>
            <a:spcBef>
              <a:spcPct val="0"/>
            </a:spcBef>
            <a:spcAft>
              <a:spcPct val="15000"/>
            </a:spcAft>
            <a:buChar char="•"/>
          </a:pPr>
          <a:r>
            <a:rPr lang="en-IN" sz="1800" b="1" kern="1200"/>
            <a:t>OS</a:t>
          </a:r>
          <a:r>
            <a:rPr lang="en-IN" sz="1800" kern="1200"/>
            <a:t>: Cross-platform (Windows, macOS, Linux)</a:t>
          </a:r>
        </a:p>
      </dsp:txBody>
      <dsp:txXfrm>
        <a:off x="41" y="541044"/>
        <a:ext cx="4006376" cy="3261059"/>
      </dsp:txXfrm>
    </dsp:sp>
    <dsp:sp modelId="{8D5495D8-7802-4348-ABDC-044CF562B6AB}">
      <dsp:nvSpPr>
        <dsp:cNvPr id="0" name=""/>
        <dsp:cNvSpPr/>
      </dsp:nvSpPr>
      <dsp:spPr>
        <a:xfrm>
          <a:off x="4567310" y="22644"/>
          <a:ext cx="4006376"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a:t>Hardware Requirements:</a:t>
          </a:r>
          <a:endParaRPr lang="en-IN" sz="1800" kern="1200"/>
        </a:p>
      </dsp:txBody>
      <dsp:txXfrm>
        <a:off x="4567310" y="22644"/>
        <a:ext cx="4006376" cy="518400"/>
      </dsp:txXfrm>
    </dsp:sp>
    <dsp:sp modelId="{4EC4CEDC-F2E6-4CF0-B54D-539DC9175A4D}">
      <dsp:nvSpPr>
        <dsp:cNvPr id="0" name=""/>
        <dsp:cNvSpPr/>
      </dsp:nvSpPr>
      <dsp:spPr>
        <a:xfrm>
          <a:off x="4567310" y="541044"/>
          <a:ext cx="4006376" cy="3261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1" kern="1200"/>
            <a:t>Processor</a:t>
          </a:r>
          <a:r>
            <a:rPr lang="en-IN" sz="1800" kern="1200"/>
            <a:t>: Intel i3 or higher</a:t>
          </a:r>
        </a:p>
        <a:p>
          <a:pPr marL="171450" lvl="1" indent="-171450" algn="l" defTabSz="800100">
            <a:lnSpc>
              <a:spcPct val="90000"/>
            </a:lnSpc>
            <a:spcBef>
              <a:spcPct val="0"/>
            </a:spcBef>
            <a:spcAft>
              <a:spcPct val="15000"/>
            </a:spcAft>
            <a:buChar char="•"/>
          </a:pPr>
          <a:r>
            <a:rPr lang="en-IN" sz="1800" b="1" kern="1200"/>
            <a:t>RAM</a:t>
          </a:r>
          <a:r>
            <a:rPr lang="en-IN" sz="1800" kern="1200"/>
            <a:t>: 4 GB (8 GB recommended)</a:t>
          </a:r>
        </a:p>
        <a:p>
          <a:pPr marL="171450" lvl="1" indent="-171450" algn="l" defTabSz="800100">
            <a:lnSpc>
              <a:spcPct val="90000"/>
            </a:lnSpc>
            <a:spcBef>
              <a:spcPct val="0"/>
            </a:spcBef>
            <a:spcAft>
              <a:spcPct val="15000"/>
            </a:spcAft>
            <a:buChar char="•"/>
          </a:pPr>
          <a:r>
            <a:rPr lang="en-IN" sz="1800" b="1" kern="1200"/>
            <a:t>Storage</a:t>
          </a:r>
          <a:r>
            <a:rPr lang="en-IN" sz="1800" kern="1200"/>
            <a:t>: 20 GB free space</a:t>
          </a:r>
        </a:p>
        <a:p>
          <a:pPr marL="171450" lvl="1" indent="-171450" algn="l" defTabSz="800100">
            <a:lnSpc>
              <a:spcPct val="90000"/>
            </a:lnSpc>
            <a:spcBef>
              <a:spcPct val="0"/>
            </a:spcBef>
            <a:spcAft>
              <a:spcPct val="15000"/>
            </a:spcAft>
            <a:buChar char="•"/>
          </a:pPr>
          <a:r>
            <a:rPr lang="en-IN" sz="1800" b="1" kern="1200"/>
            <a:t>OS</a:t>
          </a:r>
          <a:r>
            <a:rPr lang="en-IN" sz="1800" kern="1200"/>
            <a:t>: Windows 10, macOS, or Linux</a:t>
          </a:r>
        </a:p>
        <a:p>
          <a:pPr marL="171450" lvl="1" indent="-171450" algn="l" defTabSz="800100">
            <a:lnSpc>
              <a:spcPct val="90000"/>
            </a:lnSpc>
            <a:spcBef>
              <a:spcPct val="0"/>
            </a:spcBef>
            <a:spcAft>
              <a:spcPct val="15000"/>
            </a:spcAft>
            <a:buChar char="•"/>
          </a:pPr>
          <a:r>
            <a:rPr lang="en-IN" sz="1800" b="1" kern="1200"/>
            <a:t>Internet</a:t>
          </a:r>
          <a:r>
            <a:rPr lang="en-IN" sz="1800" kern="1200"/>
            <a:t>: For dependencies and updates</a:t>
          </a:r>
        </a:p>
      </dsp:txBody>
      <dsp:txXfrm>
        <a:off x="4567310" y="541044"/>
        <a:ext cx="4006376" cy="32610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87436F-DBCD-4F4F-9CDC-68CE118E3F5C}">
      <dsp:nvSpPr>
        <dsp:cNvPr id="0" name=""/>
        <dsp:cNvSpPr/>
      </dsp:nvSpPr>
      <dsp:spPr>
        <a:xfrm rot="10800000">
          <a:off x="108499" y="0"/>
          <a:ext cx="6280782" cy="369332"/>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865"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b="1" i="0" kern="1200" dirty="0"/>
            <a:t>Best Model is </a:t>
          </a:r>
          <a:r>
            <a:rPr lang="en-US" sz="1700" b="1" i="0" kern="1200" dirty="0" err="1"/>
            <a:t>CATBoost</a:t>
          </a:r>
          <a:r>
            <a:rPr lang="en-US" sz="1700" b="1" i="0" kern="1200" dirty="0"/>
            <a:t> Regressor with 94.54% R2 Score</a:t>
          </a:r>
          <a:endParaRPr lang="en-IN" sz="1700" kern="1200" dirty="0"/>
        </a:p>
      </dsp:txBody>
      <dsp:txXfrm rot="10800000">
        <a:off x="200832" y="0"/>
        <a:ext cx="6188449" cy="369332"/>
      </dsp:txXfrm>
    </dsp:sp>
    <dsp:sp modelId="{CA5D9D5D-E68C-4D52-82B6-0681694B94FA}">
      <dsp:nvSpPr>
        <dsp:cNvPr id="0" name=""/>
        <dsp:cNvSpPr/>
      </dsp:nvSpPr>
      <dsp:spPr>
        <a:xfrm>
          <a:off x="0" y="0"/>
          <a:ext cx="369332" cy="369332"/>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54DB9C-68C5-4048-BB91-057D2F0D933C}">
      <dsp:nvSpPr>
        <dsp:cNvPr id="0" name=""/>
        <dsp:cNvSpPr/>
      </dsp:nvSpPr>
      <dsp:spPr>
        <a:xfrm>
          <a:off x="3459" y="443773"/>
          <a:ext cx="1179562" cy="5897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i="0" kern="1200" baseline="0" dirty="0"/>
            <a:t>Model Enhancement</a:t>
          </a:r>
          <a:endParaRPr lang="en-IN" sz="1200" kern="1200" dirty="0"/>
        </a:p>
      </dsp:txBody>
      <dsp:txXfrm>
        <a:off x="20733" y="461047"/>
        <a:ext cx="1145014" cy="555233"/>
      </dsp:txXfrm>
    </dsp:sp>
    <dsp:sp modelId="{E3838628-A6D4-4968-AF34-C5B872295A95}">
      <dsp:nvSpPr>
        <dsp:cNvPr id="0" name=""/>
        <dsp:cNvSpPr/>
      </dsp:nvSpPr>
      <dsp:spPr>
        <a:xfrm>
          <a:off x="1477911" y="443773"/>
          <a:ext cx="1179562" cy="5897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i="0" kern="1200" baseline="0" dirty="0"/>
            <a:t>Real-Time Predictions</a:t>
          </a:r>
          <a:endParaRPr lang="en-IN" sz="1200" kern="1200" dirty="0"/>
        </a:p>
      </dsp:txBody>
      <dsp:txXfrm>
        <a:off x="1495185" y="461047"/>
        <a:ext cx="1145014" cy="555233"/>
      </dsp:txXfrm>
    </dsp:sp>
    <dsp:sp modelId="{C3026B4D-4CB5-4CE0-B88C-CC2DA0C5BF2B}">
      <dsp:nvSpPr>
        <dsp:cNvPr id="0" name=""/>
        <dsp:cNvSpPr/>
      </dsp:nvSpPr>
      <dsp:spPr>
        <a:xfrm>
          <a:off x="2952364" y="443773"/>
          <a:ext cx="1179562" cy="5897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i="0" kern="1200" baseline="0"/>
            <a:t>Data Expansion</a:t>
          </a:r>
          <a:endParaRPr lang="en-IN" sz="1200" kern="1200"/>
        </a:p>
      </dsp:txBody>
      <dsp:txXfrm>
        <a:off x="2969638" y="461047"/>
        <a:ext cx="1145014" cy="555233"/>
      </dsp:txXfrm>
    </dsp:sp>
    <dsp:sp modelId="{F045DC0E-FF41-4883-97A9-03E91803FD95}">
      <dsp:nvSpPr>
        <dsp:cNvPr id="0" name=""/>
        <dsp:cNvSpPr/>
      </dsp:nvSpPr>
      <dsp:spPr>
        <a:xfrm>
          <a:off x="4426817" y="443773"/>
          <a:ext cx="1179562" cy="5897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i="0" kern="1200" baseline="0"/>
            <a:t>Addressing Imbalanced Data</a:t>
          </a:r>
          <a:endParaRPr lang="en-IN" sz="1200" kern="1200"/>
        </a:p>
      </dsp:txBody>
      <dsp:txXfrm>
        <a:off x="4444091" y="461047"/>
        <a:ext cx="1145014" cy="555233"/>
      </dsp:txXfrm>
    </dsp:sp>
    <dsp:sp modelId="{5F7745C0-779A-4835-A225-DF70392B5F9A}">
      <dsp:nvSpPr>
        <dsp:cNvPr id="0" name=""/>
        <dsp:cNvSpPr/>
      </dsp:nvSpPr>
      <dsp:spPr>
        <a:xfrm>
          <a:off x="5901269" y="443773"/>
          <a:ext cx="1179562" cy="5897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i="0" kern="1200" baseline="0"/>
            <a:t>Price Trend Analysis </a:t>
          </a:r>
          <a:endParaRPr lang="en-IN" sz="1200" kern="1200"/>
        </a:p>
      </dsp:txBody>
      <dsp:txXfrm>
        <a:off x="5918543" y="461047"/>
        <a:ext cx="1145014" cy="55523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59279D-A9CB-4DD4-9236-4DBF0653E2FB}" type="datetimeFigureOut">
              <a:rPr lang="en-IN" smtClean="0"/>
              <a:t>14-12-2024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FC7D7-836C-42AE-AC9C-1E70CE782317}" type="slidenum">
              <a:rPr lang="en-IN" smtClean="0"/>
              <a:t>‹#›</a:t>
            </a:fld>
            <a:endParaRPr lang="en-IN"/>
          </a:p>
        </p:txBody>
      </p:sp>
    </p:spTree>
    <p:extLst>
      <p:ext uri="{BB962C8B-B14F-4D97-AF65-F5344CB8AC3E}">
        <p14:creationId xmlns:p14="http://schemas.microsoft.com/office/powerpoint/2010/main" val="358330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11FC7D7-836C-42AE-AC9C-1E70CE782317}" type="slidenum">
              <a:rPr lang="en-IN" smtClean="0"/>
              <a:t>6</a:t>
            </a:fld>
            <a:endParaRPr lang="en-IN"/>
          </a:p>
        </p:txBody>
      </p:sp>
    </p:spTree>
    <p:extLst>
      <p:ext uri="{BB962C8B-B14F-4D97-AF65-F5344CB8AC3E}">
        <p14:creationId xmlns:p14="http://schemas.microsoft.com/office/powerpoint/2010/main" val="3837839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EE326CF-9B6B-4E5D-A477-760BF3ED0E51}"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BDD747-1C65-42BD-A51C-85DA9324A336}" type="slidenum">
              <a:rPr lang="en-IN" smtClean="0"/>
              <a:t>‹#›</a:t>
            </a:fld>
            <a:endParaRPr lang="en-IN"/>
          </a:p>
        </p:txBody>
      </p:sp>
    </p:spTree>
    <p:extLst>
      <p:ext uri="{BB962C8B-B14F-4D97-AF65-F5344CB8AC3E}">
        <p14:creationId xmlns:p14="http://schemas.microsoft.com/office/powerpoint/2010/main" val="2226855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E326CF-9B6B-4E5D-A477-760BF3ED0E51}"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BDD747-1C65-42BD-A51C-85DA9324A336}" type="slidenum">
              <a:rPr lang="en-IN" smtClean="0"/>
              <a:t>‹#›</a:t>
            </a:fld>
            <a:endParaRPr lang="en-IN"/>
          </a:p>
        </p:txBody>
      </p:sp>
    </p:spTree>
    <p:extLst>
      <p:ext uri="{BB962C8B-B14F-4D97-AF65-F5344CB8AC3E}">
        <p14:creationId xmlns:p14="http://schemas.microsoft.com/office/powerpoint/2010/main" val="3994314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EE326CF-9B6B-4E5D-A477-760BF3ED0E51}"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BDD747-1C65-42BD-A51C-85DA9324A336}" type="slidenum">
              <a:rPr lang="en-IN" smtClean="0"/>
              <a:t>‹#›</a:t>
            </a:fld>
            <a:endParaRPr lang="en-IN"/>
          </a:p>
        </p:txBody>
      </p:sp>
    </p:spTree>
    <p:extLst>
      <p:ext uri="{BB962C8B-B14F-4D97-AF65-F5344CB8AC3E}">
        <p14:creationId xmlns:p14="http://schemas.microsoft.com/office/powerpoint/2010/main" val="3689931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EE326CF-9B6B-4E5D-A477-760BF3ED0E51}" type="datetimeFigureOut">
              <a:rPr lang="en-IN" smtClean="0"/>
              <a:t>14-12-2024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BDD747-1C65-42BD-A51C-85DA9324A336}" type="slidenum">
              <a:rPr lang="en-IN" smtClean="0"/>
              <a:t>‹#›</a:t>
            </a:fld>
            <a:endParaRPr lang="en-IN"/>
          </a:p>
        </p:txBody>
      </p:sp>
    </p:spTree>
    <p:extLst>
      <p:ext uri="{BB962C8B-B14F-4D97-AF65-F5344CB8AC3E}">
        <p14:creationId xmlns:p14="http://schemas.microsoft.com/office/powerpoint/2010/main" val="689473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EE326CF-9B6B-4E5D-A477-760BF3ED0E51}" type="datetimeFigureOut">
              <a:rPr lang="en-IN" smtClean="0"/>
              <a:t>14-12-2024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2BDD747-1C65-42BD-A51C-85DA9324A336}" type="slidenum">
              <a:rPr lang="en-IN" smtClean="0"/>
              <a:t>‹#›</a:t>
            </a:fld>
            <a:endParaRPr lang="en-IN"/>
          </a:p>
        </p:txBody>
      </p:sp>
    </p:spTree>
    <p:extLst>
      <p:ext uri="{BB962C8B-B14F-4D97-AF65-F5344CB8AC3E}">
        <p14:creationId xmlns:p14="http://schemas.microsoft.com/office/powerpoint/2010/main" val="2933414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EE326CF-9B6B-4E5D-A477-760BF3ED0E51}" type="datetimeFigureOut">
              <a:rPr lang="en-IN" smtClean="0"/>
              <a:t>14-12-2024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2BDD747-1C65-42BD-A51C-85DA9324A336}" type="slidenum">
              <a:rPr lang="en-IN" smtClean="0"/>
              <a:t>‹#›</a:t>
            </a:fld>
            <a:endParaRPr lang="en-IN"/>
          </a:p>
        </p:txBody>
      </p:sp>
    </p:spTree>
    <p:extLst>
      <p:ext uri="{BB962C8B-B14F-4D97-AF65-F5344CB8AC3E}">
        <p14:creationId xmlns:p14="http://schemas.microsoft.com/office/powerpoint/2010/main" val="2999360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E326CF-9B6B-4E5D-A477-760BF3ED0E51}" type="datetimeFigureOut">
              <a:rPr lang="en-IN" smtClean="0"/>
              <a:t>14-12-2024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2BDD747-1C65-42BD-A51C-85DA9324A336}" type="slidenum">
              <a:rPr lang="en-IN" smtClean="0"/>
              <a:t>‹#›</a:t>
            </a:fld>
            <a:endParaRPr lang="en-IN"/>
          </a:p>
        </p:txBody>
      </p:sp>
    </p:spTree>
    <p:extLst>
      <p:ext uri="{BB962C8B-B14F-4D97-AF65-F5344CB8AC3E}">
        <p14:creationId xmlns:p14="http://schemas.microsoft.com/office/powerpoint/2010/main" val="2765529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EE326CF-9B6B-4E5D-A477-760BF3ED0E51}" type="datetimeFigureOut">
              <a:rPr lang="en-IN" smtClean="0"/>
              <a:t>14-12-2024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BDD747-1C65-42BD-A51C-85DA9324A336}" type="slidenum">
              <a:rPr lang="en-IN" smtClean="0"/>
              <a:t>‹#›</a:t>
            </a:fld>
            <a:endParaRPr lang="en-IN"/>
          </a:p>
        </p:txBody>
      </p:sp>
    </p:spTree>
    <p:extLst>
      <p:ext uri="{BB962C8B-B14F-4D97-AF65-F5344CB8AC3E}">
        <p14:creationId xmlns:p14="http://schemas.microsoft.com/office/powerpoint/2010/main" val="2006124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EE326CF-9B6B-4E5D-A477-760BF3ED0E51}" type="datetimeFigureOut">
              <a:rPr lang="en-IN" smtClean="0"/>
              <a:t>14-12-2024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BDD747-1C65-42BD-A51C-85DA9324A336}" type="slidenum">
              <a:rPr lang="en-IN" smtClean="0"/>
              <a:t>‹#›</a:t>
            </a:fld>
            <a:endParaRPr lang="en-IN"/>
          </a:p>
        </p:txBody>
      </p:sp>
    </p:spTree>
    <p:extLst>
      <p:ext uri="{BB962C8B-B14F-4D97-AF65-F5344CB8AC3E}">
        <p14:creationId xmlns:p14="http://schemas.microsoft.com/office/powerpoint/2010/main" val="2059146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E326CF-9B6B-4E5D-A477-760BF3ED0E51}"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BDD747-1C65-42BD-A51C-85DA9324A336}" type="slidenum">
              <a:rPr lang="en-IN" smtClean="0"/>
              <a:t>‹#›</a:t>
            </a:fld>
            <a:endParaRPr lang="en-IN"/>
          </a:p>
        </p:txBody>
      </p:sp>
    </p:spTree>
    <p:extLst>
      <p:ext uri="{BB962C8B-B14F-4D97-AF65-F5344CB8AC3E}">
        <p14:creationId xmlns:p14="http://schemas.microsoft.com/office/powerpoint/2010/main" val="3079984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E326CF-9B6B-4E5D-A477-760BF3ED0E51}"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BDD747-1C65-42BD-A51C-85DA9324A336}" type="slidenum">
              <a:rPr lang="en-IN" smtClean="0"/>
              <a:t>‹#›</a:t>
            </a:fld>
            <a:endParaRPr lang="en-IN"/>
          </a:p>
        </p:txBody>
      </p:sp>
    </p:spTree>
    <p:extLst>
      <p:ext uri="{BB962C8B-B14F-4D97-AF65-F5344CB8AC3E}">
        <p14:creationId xmlns:p14="http://schemas.microsoft.com/office/powerpoint/2010/main" val="2410506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C184F6F-7BA4-43C9-BC5B-A0790939B67C}"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3C371-0023-4DCE-9058-2A6FCE770A85}" type="slidenum">
              <a:rPr lang="en-IN" smtClean="0"/>
              <a:t>‹#›</a:t>
            </a:fld>
            <a:endParaRPr lang="en-IN"/>
          </a:p>
        </p:txBody>
      </p:sp>
    </p:spTree>
    <p:extLst>
      <p:ext uri="{BB962C8B-B14F-4D97-AF65-F5344CB8AC3E}">
        <p14:creationId xmlns:p14="http://schemas.microsoft.com/office/powerpoint/2010/main" val="4230815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184F6F-7BA4-43C9-BC5B-A0790939B67C}"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3C371-0023-4DCE-9058-2A6FCE770A85}" type="slidenum">
              <a:rPr lang="en-IN" smtClean="0"/>
              <a:t>‹#›</a:t>
            </a:fld>
            <a:endParaRPr lang="en-IN"/>
          </a:p>
        </p:txBody>
      </p:sp>
    </p:spTree>
    <p:extLst>
      <p:ext uri="{BB962C8B-B14F-4D97-AF65-F5344CB8AC3E}">
        <p14:creationId xmlns:p14="http://schemas.microsoft.com/office/powerpoint/2010/main" val="2007680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C184F6F-7BA4-43C9-BC5B-A0790939B67C}"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3C371-0023-4DCE-9058-2A6FCE770A85}" type="slidenum">
              <a:rPr lang="en-IN" smtClean="0"/>
              <a:t>‹#›</a:t>
            </a:fld>
            <a:endParaRPr lang="en-IN"/>
          </a:p>
        </p:txBody>
      </p:sp>
    </p:spTree>
    <p:extLst>
      <p:ext uri="{BB962C8B-B14F-4D97-AF65-F5344CB8AC3E}">
        <p14:creationId xmlns:p14="http://schemas.microsoft.com/office/powerpoint/2010/main" val="560850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C184F6F-7BA4-43C9-BC5B-A0790939B67C}" type="datetimeFigureOut">
              <a:rPr lang="en-IN" smtClean="0"/>
              <a:t>14-12-2024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3C371-0023-4DCE-9058-2A6FCE770A85}" type="slidenum">
              <a:rPr lang="en-IN" smtClean="0"/>
              <a:t>‹#›</a:t>
            </a:fld>
            <a:endParaRPr lang="en-IN"/>
          </a:p>
        </p:txBody>
      </p:sp>
    </p:spTree>
    <p:extLst>
      <p:ext uri="{BB962C8B-B14F-4D97-AF65-F5344CB8AC3E}">
        <p14:creationId xmlns:p14="http://schemas.microsoft.com/office/powerpoint/2010/main" val="22478211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C184F6F-7BA4-43C9-BC5B-A0790939B67C}" type="datetimeFigureOut">
              <a:rPr lang="en-IN" smtClean="0"/>
              <a:t>14-12-2024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43C371-0023-4DCE-9058-2A6FCE770A85}" type="slidenum">
              <a:rPr lang="en-IN" smtClean="0"/>
              <a:t>‹#›</a:t>
            </a:fld>
            <a:endParaRPr lang="en-IN"/>
          </a:p>
        </p:txBody>
      </p:sp>
    </p:spTree>
    <p:extLst>
      <p:ext uri="{BB962C8B-B14F-4D97-AF65-F5344CB8AC3E}">
        <p14:creationId xmlns:p14="http://schemas.microsoft.com/office/powerpoint/2010/main" val="21347156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C184F6F-7BA4-43C9-BC5B-A0790939B67C}" type="datetimeFigureOut">
              <a:rPr lang="en-IN" smtClean="0"/>
              <a:t>14-12-2024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43C371-0023-4DCE-9058-2A6FCE770A85}" type="slidenum">
              <a:rPr lang="en-IN" smtClean="0"/>
              <a:t>‹#›</a:t>
            </a:fld>
            <a:endParaRPr lang="en-IN"/>
          </a:p>
        </p:txBody>
      </p:sp>
    </p:spTree>
    <p:extLst>
      <p:ext uri="{BB962C8B-B14F-4D97-AF65-F5344CB8AC3E}">
        <p14:creationId xmlns:p14="http://schemas.microsoft.com/office/powerpoint/2010/main" val="18283227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184F6F-7BA4-43C9-BC5B-A0790939B67C}" type="datetimeFigureOut">
              <a:rPr lang="en-IN" smtClean="0"/>
              <a:t>14-12-2024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043C371-0023-4DCE-9058-2A6FCE770A85}" type="slidenum">
              <a:rPr lang="en-IN" smtClean="0"/>
              <a:t>‹#›</a:t>
            </a:fld>
            <a:endParaRPr lang="en-IN"/>
          </a:p>
        </p:txBody>
      </p:sp>
    </p:spTree>
    <p:extLst>
      <p:ext uri="{BB962C8B-B14F-4D97-AF65-F5344CB8AC3E}">
        <p14:creationId xmlns:p14="http://schemas.microsoft.com/office/powerpoint/2010/main" val="37531606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184F6F-7BA4-43C9-BC5B-A0790939B67C}" type="datetimeFigureOut">
              <a:rPr lang="en-IN" smtClean="0"/>
              <a:t>14-12-2024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3C371-0023-4DCE-9058-2A6FCE770A85}" type="slidenum">
              <a:rPr lang="en-IN" smtClean="0"/>
              <a:t>‹#›</a:t>
            </a:fld>
            <a:endParaRPr lang="en-IN"/>
          </a:p>
        </p:txBody>
      </p:sp>
    </p:spTree>
    <p:extLst>
      <p:ext uri="{BB962C8B-B14F-4D97-AF65-F5344CB8AC3E}">
        <p14:creationId xmlns:p14="http://schemas.microsoft.com/office/powerpoint/2010/main" val="9929292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184F6F-7BA4-43C9-BC5B-A0790939B67C}" type="datetimeFigureOut">
              <a:rPr lang="en-IN" smtClean="0"/>
              <a:t>14-12-2024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3C371-0023-4DCE-9058-2A6FCE770A85}" type="slidenum">
              <a:rPr lang="en-IN" smtClean="0"/>
              <a:t>‹#›</a:t>
            </a:fld>
            <a:endParaRPr lang="en-IN"/>
          </a:p>
        </p:txBody>
      </p:sp>
    </p:spTree>
    <p:extLst>
      <p:ext uri="{BB962C8B-B14F-4D97-AF65-F5344CB8AC3E}">
        <p14:creationId xmlns:p14="http://schemas.microsoft.com/office/powerpoint/2010/main" val="36223809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184F6F-7BA4-43C9-BC5B-A0790939B67C}"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3C371-0023-4DCE-9058-2A6FCE770A85}" type="slidenum">
              <a:rPr lang="en-IN" smtClean="0"/>
              <a:t>‹#›</a:t>
            </a:fld>
            <a:endParaRPr lang="en-IN"/>
          </a:p>
        </p:txBody>
      </p:sp>
    </p:spTree>
    <p:extLst>
      <p:ext uri="{BB962C8B-B14F-4D97-AF65-F5344CB8AC3E}">
        <p14:creationId xmlns:p14="http://schemas.microsoft.com/office/powerpoint/2010/main" val="29323177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184F6F-7BA4-43C9-BC5B-A0790939B67C}"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3C371-0023-4DCE-9058-2A6FCE770A85}" type="slidenum">
              <a:rPr lang="en-IN" smtClean="0"/>
              <a:t>‹#›</a:t>
            </a:fld>
            <a:endParaRPr lang="en-IN"/>
          </a:p>
        </p:txBody>
      </p:sp>
    </p:spTree>
    <p:extLst>
      <p:ext uri="{BB962C8B-B14F-4D97-AF65-F5344CB8AC3E}">
        <p14:creationId xmlns:p14="http://schemas.microsoft.com/office/powerpoint/2010/main" val="3502050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EE326CF-9B6B-4E5D-A477-760BF3ED0E51}" type="datetimeFigureOut">
              <a:rPr lang="en-IN" smtClean="0"/>
              <a:t>14-12-2024</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2BDD747-1C65-42BD-A51C-85DA9324A336}" type="slidenum">
              <a:rPr lang="en-IN" smtClean="0"/>
              <a:t>‹#›</a:t>
            </a:fld>
            <a:endParaRPr lang="en-IN"/>
          </a:p>
        </p:txBody>
      </p:sp>
      <p:pic>
        <p:nvPicPr>
          <p:cNvPr id="9" name="Picture 8"/>
          <p:cNvPicPr>
            <a:picLocks noChangeAspect="1"/>
          </p:cNvPicPr>
          <p:nvPr userDrawn="1"/>
        </p:nvPicPr>
        <p:blipFill>
          <a:blip r:embed="rId13"/>
          <a:stretch>
            <a:fillRect/>
          </a:stretch>
        </p:blipFill>
        <p:spPr>
          <a:xfrm>
            <a:off x="71718" y="0"/>
            <a:ext cx="1999129" cy="663388"/>
          </a:xfrm>
          <a:prstGeom prst="rect">
            <a:avLst/>
          </a:prstGeom>
        </p:spPr>
      </p:pic>
      <p:pic>
        <p:nvPicPr>
          <p:cNvPr id="8" name="Picture 7"/>
          <p:cNvPicPr>
            <a:picLocks noChangeAspect="1"/>
          </p:cNvPicPr>
          <p:nvPr userDrawn="1"/>
        </p:nvPicPr>
        <p:blipFill>
          <a:blip r:embed="rId14"/>
          <a:stretch>
            <a:fillRect/>
          </a:stretch>
        </p:blipFill>
        <p:spPr>
          <a:xfrm>
            <a:off x="6115050" y="5677"/>
            <a:ext cx="3005170" cy="678854"/>
          </a:xfrm>
          <a:prstGeom prst="rect">
            <a:avLst/>
          </a:prstGeom>
        </p:spPr>
      </p:pic>
    </p:spTree>
    <p:extLst>
      <p:ext uri="{BB962C8B-B14F-4D97-AF65-F5344CB8AC3E}">
        <p14:creationId xmlns:p14="http://schemas.microsoft.com/office/powerpoint/2010/main" val="34787964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184F6F-7BA4-43C9-BC5B-A0790939B67C}" type="datetimeFigureOut">
              <a:rPr lang="en-IN" smtClean="0"/>
              <a:t>14-12-2024</a:t>
            </a:fld>
            <a:endParaRPr lang="en-I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43C371-0023-4DCE-9058-2A6FCE770A85}" type="slidenum">
              <a:rPr lang="en-IN" smtClean="0"/>
              <a:t>‹#›</a:t>
            </a:fld>
            <a:endParaRPr lang="en-IN"/>
          </a:p>
        </p:txBody>
      </p:sp>
    </p:spTree>
    <p:extLst>
      <p:ext uri="{BB962C8B-B14F-4D97-AF65-F5344CB8AC3E}">
        <p14:creationId xmlns:p14="http://schemas.microsoft.com/office/powerpoint/2010/main" val="26705329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4DCF5D1-60AB-DA83-F4F6-66BCA6FA62CA}"/>
              </a:ext>
            </a:extLst>
          </p:cNvPr>
          <p:cNvSpPr/>
          <p:nvPr/>
        </p:nvSpPr>
        <p:spPr>
          <a:xfrm>
            <a:off x="0" y="579449"/>
            <a:ext cx="8868391" cy="1754326"/>
          </a:xfrm>
          <a:prstGeom prst="rect">
            <a:avLst/>
          </a:prstGeom>
          <a:noFill/>
        </p:spPr>
        <p:txBody>
          <a:bodyPr wrap="square" lIns="91440" tIns="45720" rIns="91440" bIns="45720">
            <a:spAutoFit/>
          </a:bodyPr>
          <a:lstStyle/>
          <a:p>
            <a:pPr algn="ctr"/>
            <a:r>
              <a:rPr lang="en-US" sz="3600" b="1" dirty="0">
                <a:ln w="22225">
                  <a:solidFill>
                    <a:schemeClr val="tx1">
                      <a:lumMod val="85000"/>
                      <a:lumOff val="15000"/>
                    </a:schemeClr>
                  </a:solidFill>
                  <a:prstDash val="solid"/>
                </a:ln>
                <a:latin typeface="Times New Roman" panose="02020603050405020304" pitchFamily="18" charset="0"/>
                <a:ea typeface="Cambria" panose="02040503050406030204" pitchFamily="18" charset="0"/>
                <a:cs typeface="Times New Roman" panose="02020603050405020304" pitchFamily="18" charset="0"/>
              </a:rPr>
              <a:t>MINI-PROJECT-REVIEW-II</a:t>
            </a:r>
          </a:p>
          <a:p>
            <a:pPr algn="ctr"/>
            <a:r>
              <a:rPr lang="en-US" sz="3600" b="1" dirty="0">
                <a:ln w="22225">
                  <a:solidFill>
                    <a:schemeClr val="tx1">
                      <a:lumMod val="85000"/>
                      <a:lumOff val="15000"/>
                    </a:schemeClr>
                  </a:solidFill>
                  <a:prstDash val="solid"/>
                </a:ln>
                <a:latin typeface="Times New Roman" panose="02020603050405020304" pitchFamily="18" charset="0"/>
                <a:ea typeface="Cambria" panose="02040503050406030204" pitchFamily="18" charset="0"/>
                <a:cs typeface="Times New Roman" panose="02020603050405020304" pitchFamily="18" charset="0"/>
              </a:rPr>
              <a:t>On</a:t>
            </a:r>
            <a:r>
              <a:rPr lang="en-US" sz="3600" b="1" dirty="0">
                <a:ln w="22225">
                  <a:solidFill>
                    <a:schemeClr val="tx1">
                      <a:lumMod val="85000"/>
                      <a:lumOff val="15000"/>
                    </a:schemeClr>
                  </a:solidFill>
                  <a:prstDash val="solid"/>
                </a:ln>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p>
          <a:p>
            <a:pPr algn="ctr"/>
            <a:r>
              <a:rPr lang="en-US" sz="3600" b="1" dirty="0">
                <a:ln w="22225">
                  <a:noFill/>
                  <a:prstDash val="solid"/>
                </a:ln>
                <a:solidFill>
                  <a:srgbClr val="2DF144"/>
                </a:solidFill>
                <a:latin typeface="Times New Roman" panose="02020603050405020304" pitchFamily="18" charset="0"/>
                <a:ea typeface="Cambria" panose="02040503050406030204" pitchFamily="18" charset="0"/>
                <a:cs typeface="Times New Roman" panose="02020603050405020304" pitchFamily="18" charset="0"/>
              </a:rPr>
              <a:t>“CAR PRICE PREDICTION ANALYSIS”</a:t>
            </a:r>
          </a:p>
        </p:txBody>
      </p:sp>
      <p:sp>
        <p:nvSpPr>
          <p:cNvPr id="12" name="TextBox 11">
            <a:extLst>
              <a:ext uri="{FF2B5EF4-FFF2-40B4-BE49-F238E27FC236}">
                <a16:creationId xmlns:a16="http://schemas.microsoft.com/office/drawing/2014/main" id="{F6C67522-F92E-D687-432B-5DE8084F78B3}"/>
              </a:ext>
            </a:extLst>
          </p:cNvPr>
          <p:cNvSpPr txBox="1"/>
          <p:nvPr/>
        </p:nvSpPr>
        <p:spPr>
          <a:xfrm>
            <a:off x="4788310" y="4855158"/>
            <a:ext cx="4346165" cy="1477328"/>
          </a:xfrm>
          <a:prstGeom prst="rect">
            <a:avLst/>
          </a:prstGeom>
          <a:solidFill>
            <a:schemeClr val="accent1"/>
          </a:solidFill>
          <a:ln/>
        </p:spPr>
        <p:style>
          <a:lnRef idx="0">
            <a:schemeClr val="dk1"/>
          </a:lnRef>
          <a:fillRef idx="3">
            <a:schemeClr val="dk1"/>
          </a:fillRef>
          <a:effectRef idx="3">
            <a:schemeClr val="dk1"/>
          </a:effectRef>
          <a:fontRef idx="minor">
            <a:schemeClr val="lt1"/>
          </a:fontRef>
        </p:style>
        <p:txBody>
          <a:bodyPr wrap="square" rtlCol="0">
            <a:spAutoFit/>
          </a:bodyPr>
          <a:lstStyle/>
          <a:p>
            <a:pPr algn="ctr"/>
            <a:r>
              <a:rPr lang="en-US" b="1" dirty="0">
                <a:solidFill>
                  <a:schemeClr val="bg1"/>
                </a:solidFill>
                <a:effectLst>
                  <a:outerShdw blurRad="50800" dist="38100" algn="l" rotWithShape="0">
                    <a:prstClr val="black">
                      <a:alpha val="40000"/>
                    </a:prstClr>
                  </a:outerShdw>
                </a:effectLst>
                <a:latin typeface="Cambria" panose="02040503050406030204" pitchFamily="18" charset="0"/>
                <a:ea typeface="Cambria" panose="02040503050406030204" pitchFamily="18" charset="0"/>
              </a:rPr>
              <a:t>Under the guidance of </a:t>
            </a:r>
          </a:p>
          <a:p>
            <a:pPr algn="ctr"/>
            <a:r>
              <a:rPr lang="en-US" b="1" dirty="0">
                <a:solidFill>
                  <a:schemeClr val="bg1"/>
                </a:solidFill>
                <a:effectLst>
                  <a:outerShdw blurRad="50800" dist="38100" algn="l" rotWithShape="0">
                    <a:prstClr val="black">
                      <a:alpha val="40000"/>
                    </a:prstClr>
                  </a:outerShdw>
                </a:effectLst>
                <a:latin typeface="Cambria" panose="02040503050406030204" pitchFamily="18" charset="0"/>
                <a:ea typeface="Cambria" panose="02040503050406030204" pitchFamily="18" charset="0"/>
              </a:rPr>
              <a:t>Prof . VANITHA NAIK </a:t>
            </a:r>
          </a:p>
          <a:p>
            <a:pPr algn="ctr"/>
            <a:r>
              <a:rPr lang="en-US" b="1" dirty="0">
                <a:solidFill>
                  <a:schemeClr val="bg1"/>
                </a:solidFill>
                <a:effectLst>
                  <a:outerShdw blurRad="50800" dist="38100" algn="l" rotWithShape="0">
                    <a:prstClr val="black">
                      <a:alpha val="40000"/>
                    </a:prstClr>
                  </a:outerShdw>
                </a:effectLst>
                <a:latin typeface="Cambria" panose="02040503050406030204" pitchFamily="18" charset="0"/>
                <a:ea typeface="Cambria" panose="02040503050406030204" pitchFamily="18" charset="0"/>
              </a:rPr>
              <a:t>Assistant Professor</a:t>
            </a:r>
            <a:endParaRPr lang="en-IN" b="1" dirty="0">
              <a:solidFill>
                <a:schemeClr val="bg1"/>
              </a:solidFill>
              <a:effectLst>
                <a:outerShdw blurRad="50800" dist="38100" algn="l" rotWithShape="0">
                  <a:prstClr val="black">
                    <a:alpha val="40000"/>
                  </a:prstClr>
                </a:outerShdw>
              </a:effectLst>
              <a:latin typeface="Cambria" panose="02040503050406030204" pitchFamily="18" charset="0"/>
              <a:ea typeface="Cambria" panose="02040503050406030204" pitchFamily="18" charset="0"/>
            </a:endParaRPr>
          </a:p>
          <a:p>
            <a:pPr algn="ctr"/>
            <a:r>
              <a:rPr lang="en-US" b="1" dirty="0">
                <a:solidFill>
                  <a:schemeClr val="bg1"/>
                </a:solidFill>
                <a:effectLst>
                  <a:outerShdw blurRad="50800" dist="38100" algn="l" rotWithShape="0">
                    <a:prstClr val="black">
                      <a:alpha val="40000"/>
                    </a:prstClr>
                  </a:outerShdw>
                </a:effectLst>
                <a:latin typeface="Cambria" panose="02040503050406030204" pitchFamily="18" charset="0"/>
                <a:ea typeface="Cambria" panose="02040503050406030204" pitchFamily="18" charset="0"/>
              </a:rPr>
              <a:t>Dept. of CSE-AI &amp; ML</a:t>
            </a:r>
          </a:p>
          <a:p>
            <a:pPr algn="ctr"/>
            <a:r>
              <a:rPr lang="en-US" b="1" dirty="0">
                <a:solidFill>
                  <a:schemeClr val="bg1"/>
                </a:solidFill>
                <a:effectLst>
                  <a:outerShdw blurRad="50800" dist="38100" algn="l" rotWithShape="0">
                    <a:prstClr val="black">
                      <a:alpha val="40000"/>
                    </a:prstClr>
                  </a:outerShdw>
                </a:effectLst>
                <a:latin typeface="Cambria" panose="02040503050406030204" pitchFamily="18" charset="0"/>
                <a:ea typeface="Cambria" panose="02040503050406030204" pitchFamily="18" charset="0"/>
              </a:rPr>
              <a:t>ATMECE, </a:t>
            </a:r>
            <a:r>
              <a:rPr lang="en-US" b="1" dirty="0" err="1">
                <a:solidFill>
                  <a:schemeClr val="bg1"/>
                </a:solidFill>
                <a:effectLst>
                  <a:outerShdw blurRad="50800" dist="38100" algn="l" rotWithShape="0">
                    <a:prstClr val="black">
                      <a:alpha val="40000"/>
                    </a:prstClr>
                  </a:outerShdw>
                </a:effectLst>
                <a:latin typeface="Cambria" panose="02040503050406030204" pitchFamily="18" charset="0"/>
                <a:ea typeface="Cambria" panose="02040503050406030204" pitchFamily="18" charset="0"/>
              </a:rPr>
              <a:t>Mysuru</a:t>
            </a:r>
            <a:endParaRPr lang="en-US" b="1" dirty="0">
              <a:solidFill>
                <a:schemeClr val="bg1"/>
              </a:solidFill>
              <a:effectLst>
                <a:outerShdw blurRad="50800" dist="38100" algn="l" rotWithShape="0">
                  <a:prstClr val="black">
                    <a:alpha val="40000"/>
                  </a:prstClr>
                </a:outerShdw>
              </a:effectLst>
              <a:latin typeface="Cambria" panose="02040503050406030204" pitchFamily="18" charset="0"/>
              <a:ea typeface="Cambria" panose="02040503050406030204" pitchFamily="18" charset="0"/>
            </a:endParaRPr>
          </a:p>
        </p:txBody>
      </p:sp>
      <p:sp>
        <p:nvSpPr>
          <p:cNvPr id="13" name="Flowchart: Process 12">
            <a:extLst>
              <a:ext uri="{FF2B5EF4-FFF2-40B4-BE49-F238E27FC236}">
                <a16:creationId xmlns:a16="http://schemas.microsoft.com/office/drawing/2014/main" id="{423CAFB7-C917-AF18-D0C4-A791615864A1}"/>
              </a:ext>
            </a:extLst>
          </p:cNvPr>
          <p:cNvSpPr/>
          <p:nvPr/>
        </p:nvSpPr>
        <p:spPr>
          <a:xfrm>
            <a:off x="216310" y="3057832"/>
            <a:ext cx="5633884" cy="1634205"/>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768BEE47-FF68-0F84-B780-EDF512990D5D}"/>
              </a:ext>
            </a:extLst>
          </p:cNvPr>
          <p:cNvSpPr/>
          <p:nvPr/>
        </p:nvSpPr>
        <p:spPr>
          <a:xfrm>
            <a:off x="359467" y="3220953"/>
            <a:ext cx="6483785" cy="1938992"/>
          </a:xfrm>
          <a:prstGeom prst="rect">
            <a:avLst/>
          </a:prstGeom>
          <a:noFill/>
        </p:spPr>
        <p:txBody>
          <a:bodyPr wrap="square" lIns="91440" tIns="45720" rIns="91440" bIns="45720">
            <a:spAutoFit/>
          </a:bodyPr>
          <a:lstStyle/>
          <a:p>
            <a:r>
              <a:rPr lang="en-US" sz="2000" b="1" dirty="0">
                <a:ln w="22225">
                  <a:noFill/>
                  <a:prstDash val="solid"/>
                </a:ln>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DEEKSHITH N			:4AD22CI009</a:t>
            </a:r>
          </a:p>
          <a:p>
            <a:r>
              <a:rPr lang="en-US" sz="2000" b="1" dirty="0">
                <a:ln w="22225">
                  <a:noFill/>
                  <a:prstDash val="solid"/>
                </a:ln>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PRASHANTH SINGH H S     	:4AD22CI040</a:t>
            </a:r>
          </a:p>
          <a:p>
            <a:r>
              <a:rPr lang="en-US" sz="2000" b="1" dirty="0">
                <a:ln w="22225">
                  <a:noFill/>
                  <a:prstDash val="solid"/>
                </a:ln>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SHAMANTH M		                :4AD22CI047</a:t>
            </a:r>
          </a:p>
          <a:p>
            <a:r>
              <a:rPr lang="en-US" sz="2000" b="1" dirty="0">
                <a:ln w="22225">
                  <a:noFill/>
                  <a:prstDash val="solid"/>
                </a:ln>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AKASH A S			:4AD22CI400</a:t>
            </a:r>
          </a:p>
          <a:p>
            <a:endParaRPr lang="en-US" sz="2000" b="1" dirty="0">
              <a:ln w="22225">
                <a:noFill/>
                <a:prstDash val="solid"/>
              </a:ln>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endParaRPr>
          </a:p>
          <a:p>
            <a:endParaRPr lang="en-US" sz="2000" b="1" dirty="0">
              <a:ln w="22225">
                <a:noFill/>
                <a:prstDash val="solid"/>
              </a:ln>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endParaRPr>
          </a:p>
        </p:txBody>
      </p:sp>
      <p:sp>
        <p:nvSpPr>
          <p:cNvPr id="15" name="Rectangle 14">
            <a:extLst>
              <a:ext uri="{FF2B5EF4-FFF2-40B4-BE49-F238E27FC236}">
                <a16:creationId xmlns:a16="http://schemas.microsoft.com/office/drawing/2014/main" id="{213B0867-B0FA-9F4E-B474-82FFED45FCF1}"/>
              </a:ext>
            </a:extLst>
          </p:cNvPr>
          <p:cNvSpPr/>
          <p:nvPr/>
        </p:nvSpPr>
        <p:spPr>
          <a:xfrm>
            <a:off x="0" y="6410632"/>
            <a:ext cx="3511296" cy="447368"/>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ATME COLLEGE OF ENGINEERING</a:t>
            </a:r>
          </a:p>
        </p:txBody>
      </p:sp>
      <p:sp>
        <p:nvSpPr>
          <p:cNvPr id="16" name="Rectangle 15">
            <a:extLst>
              <a:ext uri="{FF2B5EF4-FFF2-40B4-BE49-F238E27FC236}">
                <a16:creationId xmlns:a16="http://schemas.microsoft.com/office/drawing/2014/main" id="{1F75ED2B-81A3-95DB-9520-23303CCFA40D}"/>
              </a:ext>
            </a:extLst>
          </p:cNvPr>
          <p:cNvSpPr/>
          <p:nvPr/>
        </p:nvSpPr>
        <p:spPr>
          <a:xfrm>
            <a:off x="3511296" y="6410632"/>
            <a:ext cx="5632704" cy="447368"/>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DEPARTMENT OF CSE-AIML</a:t>
            </a:r>
          </a:p>
        </p:txBody>
      </p:sp>
    </p:spTree>
    <p:extLst>
      <p:ext uri="{BB962C8B-B14F-4D97-AF65-F5344CB8AC3E}">
        <p14:creationId xmlns:p14="http://schemas.microsoft.com/office/powerpoint/2010/main" val="1794836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3B540D6F-48ED-5C7C-94B1-66F98DE72FFD}"/>
              </a:ext>
            </a:extLst>
          </p:cNvPr>
          <p:cNvGraphicFramePr>
            <a:graphicFrameLocks noGrp="1"/>
          </p:cNvGraphicFramePr>
          <p:nvPr>
            <p:ph idx="1"/>
            <p:extLst>
              <p:ext uri="{D42A27DB-BD31-4B8C-83A1-F6EECF244321}">
                <p14:modId xmlns:p14="http://schemas.microsoft.com/office/powerpoint/2010/main" val="2796620278"/>
              </p:ext>
            </p:extLst>
          </p:nvPr>
        </p:nvGraphicFramePr>
        <p:xfrm>
          <a:off x="124619" y="1209676"/>
          <a:ext cx="8894762" cy="54292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4508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6B26D-482C-2284-CCFC-0916111A6E35}"/>
              </a:ext>
            </a:extLst>
          </p:cNvPr>
          <p:cNvSpPr>
            <a:spLocks noGrp="1"/>
          </p:cNvSpPr>
          <p:nvPr>
            <p:ph type="title"/>
          </p:nvPr>
        </p:nvSpPr>
        <p:spPr>
          <a:xfrm>
            <a:off x="2618797" y="367073"/>
            <a:ext cx="3500005" cy="1325563"/>
          </a:xfrm>
        </p:spPr>
        <p:txBody>
          <a:bodyPr>
            <a:normAutofit/>
          </a:bodyPr>
          <a:lstStyle/>
          <a:p>
            <a:r>
              <a:rPr lang="en-US" sz="4400" b="1" cap="none" spc="0"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Introduction</a:t>
            </a:r>
            <a:endParaRPr lang="en-IN" sz="4400" b="1" dirty="0"/>
          </a:p>
        </p:txBody>
      </p:sp>
      <p:pic>
        <p:nvPicPr>
          <p:cNvPr id="5" name="Content Placeholder 4">
            <a:extLst>
              <a:ext uri="{FF2B5EF4-FFF2-40B4-BE49-F238E27FC236}">
                <a16:creationId xmlns:a16="http://schemas.microsoft.com/office/drawing/2014/main" id="{B78285E3-BBF2-8887-F8F3-355DBA8E396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738255" y="2122793"/>
            <a:ext cx="4092432" cy="3705351"/>
          </a:xfrm>
        </p:spPr>
      </p:pic>
      <p:sp>
        <p:nvSpPr>
          <p:cNvPr id="7" name="TextBox 6">
            <a:extLst>
              <a:ext uri="{FF2B5EF4-FFF2-40B4-BE49-F238E27FC236}">
                <a16:creationId xmlns:a16="http://schemas.microsoft.com/office/drawing/2014/main" id="{B116FCC9-EB81-995F-7061-BA252F63BD4A}"/>
              </a:ext>
            </a:extLst>
          </p:cNvPr>
          <p:cNvSpPr txBox="1"/>
          <p:nvPr/>
        </p:nvSpPr>
        <p:spPr>
          <a:xfrm>
            <a:off x="450848" y="1574812"/>
            <a:ext cx="4197927" cy="4801314"/>
          </a:xfrm>
          <a:prstGeom prst="rect">
            <a:avLst/>
          </a:prstGeom>
          <a:noFill/>
        </p:spPr>
        <p:txBody>
          <a:bodyPr wrap="square">
            <a:spAutoFit/>
          </a:bodyPr>
          <a:lstStyle/>
          <a:p>
            <a:pPr marL="285750" indent="-285750">
              <a:buFont typeface="Wingdings" panose="05000000000000000000" pitchFamily="2" charset="2"/>
              <a:buChar char="v"/>
            </a:pPr>
            <a:r>
              <a:rPr lang="en-US" dirty="0"/>
              <a:t>The process of buying and selling used cars has become increasingly dynamic, with buyers seeking value for money and sellers aiming for competitive pricing. </a:t>
            </a:r>
          </a:p>
          <a:p>
            <a:pPr marL="285750" indent="-285750">
              <a:buFont typeface="Wingdings" panose="05000000000000000000" pitchFamily="2" charset="2"/>
              <a:buChar char="v"/>
            </a:pPr>
            <a:r>
              <a:rPr lang="en-US" dirty="0"/>
              <a:t>Accurate price estimation plays a vital role in bridging the gap between buyers and sellers, ensuring fair and transparent transactions. </a:t>
            </a:r>
          </a:p>
          <a:p>
            <a:pPr marL="285750" indent="-285750">
              <a:buFont typeface="Wingdings" panose="05000000000000000000" pitchFamily="2" charset="2"/>
              <a:buChar char="v"/>
            </a:pPr>
            <a:r>
              <a:rPr lang="en-US" dirty="0"/>
              <a:t>Factors such as car brand, model, year of manufacture, mileage, and overall condition significantly influence the market value of a vehicle.</a:t>
            </a:r>
          </a:p>
          <a:p>
            <a:pPr marL="285750" indent="-285750">
              <a:buFont typeface="Wingdings" panose="05000000000000000000" pitchFamily="2" charset="2"/>
              <a:buChar char="v"/>
            </a:pPr>
            <a:r>
              <a:rPr lang="en-US" dirty="0"/>
              <a:t>Machine learning techniques offer innovative solutions by analyzing these factors to predict car prices with high accuracy.</a:t>
            </a:r>
            <a:endParaRPr lang="en-IN" dirty="0"/>
          </a:p>
        </p:txBody>
      </p:sp>
    </p:spTree>
    <p:extLst>
      <p:ext uri="{BB962C8B-B14F-4D97-AF65-F5344CB8AC3E}">
        <p14:creationId xmlns:p14="http://schemas.microsoft.com/office/powerpoint/2010/main" val="2254964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86A16E56-AD0C-3A0D-D400-B180E4603048}"/>
              </a:ext>
            </a:extLst>
          </p:cNvPr>
          <p:cNvGraphicFramePr>
            <a:graphicFrameLocks noGrp="1"/>
          </p:cNvGraphicFramePr>
          <p:nvPr>
            <p:ph idx="1"/>
            <p:extLst>
              <p:ext uri="{D42A27DB-BD31-4B8C-83A1-F6EECF244321}">
                <p14:modId xmlns:p14="http://schemas.microsoft.com/office/powerpoint/2010/main" val="2176487327"/>
              </p:ext>
            </p:extLst>
          </p:nvPr>
        </p:nvGraphicFramePr>
        <p:xfrm>
          <a:off x="628650" y="1258529"/>
          <a:ext cx="7886700" cy="53389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2561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3CB0E-1C31-D32D-D956-E1D2BEA49105}"/>
              </a:ext>
            </a:extLst>
          </p:cNvPr>
          <p:cNvSpPr>
            <a:spLocks noGrp="1"/>
          </p:cNvSpPr>
          <p:nvPr>
            <p:ph type="title"/>
          </p:nvPr>
        </p:nvSpPr>
        <p:spPr>
          <a:xfrm>
            <a:off x="1681316" y="365126"/>
            <a:ext cx="6834033" cy="962229"/>
          </a:xfrm>
        </p:spPr>
        <p:txBody>
          <a:bodyPr/>
          <a:lstStyle/>
          <a:p>
            <a:r>
              <a:rPr lang="en-US" sz="3200" b="1" dirty="0">
                <a:ln w="9525">
                  <a:solidFill>
                    <a:schemeClr val="bg1"/>
                  </a:solidFill>
                  <a:prstDash val="solid"/>
                </a:ln>
                <a:solidFill>
                  <a:schemeClr val="accent1"/>
                </a:solidFill>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rPr>
              <a:t>LITERATURE SURVEY</a:t>
            </a:r>
            <a:endParaRPr lang="en-IN" dirty="0"/>
          </a:p>
        </p:txBody>
      </p:sp>
      <p:sp>
        <p:nvSpPr>
          <p:cNvPr id="3" name="Content Placeholder 2">
            <a:extLst>
              <a:ext uri="{FF2B5EF4-FFF2-40B4-BE49-F238E27FC236}">
                <a16:creationId xmlns:a16="http://schemas.microsoft.com/office/drawing/2014/main" id="{E78BFABB-5942-7C18-6395-7B461A97329B}"/>
              </a:ext>
            </a:extLst>
          </p:cNvPr>
          <p:cNvSpPr>
            <a:spLocks noGrp="1"/>
          </p:cNvSpPr>
          <p:nvPr>
            <p:ph idx="1"/>
          </p:nvPr>
        </p:nvSpPr>
        <p:spPr>
          <a:xfrm>
            <a:off x="628650" y="1170039"/>
            <a:ext cx="7886700" cy="5006924"/>
          </a:xfrm>
        </p:spPr>
        <p:txBody>
          <a:bodyPr>
            <a:normAutofit/>
          </a:bodyPr>
          <a:lstStyle/>
          <a:p>
            <a:pPr marL="457200" indent="-457200">
              <a:buFont typeface="+mj-lt"/>
              <a:buAutoNum type="arabicPeriod"/>
            </a:pPr>
            <a:r>
              <a:rPr lang="en-US" sz="1800" b="1" dirty="0"/>
              <a:t>Title:</a:t>
            </a:r>
            <a:r>
              <a:rPr lang="en-US" sz="1800" dirty="0"/>
              <a:t> "Machine Learning Techniques to Predict the Price of Used Cars: Predictive Analytics in Retail Business"</a:t>
            </a:r>
            <a:br>
              <a:rPr lang="en-US" sz="1800" dirty="0"/>
            </a:br>
            <a:r>
              <a:rPr lang="en-US" sz="1800" b="1" dirty="0"/>
              <a:t>Authors:</a:t>
            </a:r>
            <a:r>
              <a:rPr lang="en-US" sz="1800" dirty="0"/>
              <a:t> </a:t>
            </a:r>
            <a:r>
              <a:rPr lang="en-US" sz="1800" dirty="0" err="1"/>
              <a:t>Chejarla</a:t>
            </a:r>
            <a:r>
              <a:rPr lang="en-US" sz="1800" dirty="0"/>
              <a:t> Venkat Narayana, Syed </a:t>
            </a:r>
            <a:r>
              <a:rPr lang="en-US" sz="1800" dirty="0" err="1"/>
              <a:t>Bademiya</a:t>
            </a:r>
            <a:r>
              <a:rPr lang="en-US" sz="1800" dirty="0"/>
              <a:t>, Chinta Lakshmi </a:t>
            </a:r>
            <a:r>
              <a:rPr lang="en-US" sz="1800" dirty="0" err="1"/>
              <a:t>Likhitha</a:t>
            </a:r>
            <a:r>
              <a:rPr lang="en-US" sz="1800" dirty="0"/>
              <a:t>, </a:t>
            </a:r>
            <a:r>
              <a:rPr lang="en-US" sz="1800" dirty="0" err="1"/>
              <a:t>Karre</a:t>
            </a:r>
            <a:r>
              <a:rPr lang="en-US" sz="1800" dirty="0"/>
              <a:t> </a:t>
            </a:r>
            <a:r>
              <a:rPr lang="en-US" sz="1800" dirty="0" err="1"/>
              <a:t>Kusumanjali</a:t>
            </a:r>
            <a:br>
              <a:rPr lang="en-US" sz="1800" dirty="0"/>
            </a:br>
            <a:r>
              <a:rPr lang="en-US" sz="1800" b="1" dirty="0"/>
              <a:t>Year:</a:t>
            </a:r>
            <a:r>
              <a:rPr lang="en-US" sz="1800" dirty="0"/>
              <a:t> 2021</a:t>
            </a:r>
            <a:br>
              <a:rPr lang="en-US" sz="1800" dirty="0"/>
            </a:br>
            <a:r>
              <a:rPr lang="en-US" sz="1800" b="1" dirty="0"/>
              <a:t>Summary:</a:t>
            </a:r>
            <a:r>
              <a:rPr lang="en-US" sz="1800" dirty="0"/>
              <a:t> This paper develops a predictive model for used car price estimation using Linear Regression, Decision Tree, and Random Forest. Random Forest achieves the best accuracy (85%). Preprocessing steps like outlier removal and feature scaling enhance model performance.</a:t>
            </a:r>
          </a:p>
          <a:p>
            <a:pPr marL="457200" indent="-457200">
              <a:buFont typeface="+mj-lt"/>
              <a:buAutoNum type="arabicPeriod"/>
            </a:pPr>
            <a:endParaRPr lang="en-US" sz="1800" dirty="0"/>
          </a:p>
          <a:p>
            <a:pPr marL="457200" indent="-457200">
              <a:buFont typeface="+mj-lt"/>
              <a:buAutoNum type="arabicPeriod"/>
            </a:pPr>
            <a:r>
              <a:rPr lang="en-US" sz="1800" b="1" dirty="0"/>
              <a:t>Title:</a:t>
            </a:r>
            <a:r>
              <a:rPr lang="en-US" sz="1800" dirty="0"/>
              <a:t> "An Automated Car Price Prediction System Using Effective Machine Learning Techniques"</a:t>
            </a:r>
            <a:br>
              <a:rPr lang="en-US" sz="1800" dirty="0"/>
            </a:br>
            <a:r>
              <a:rPr lang="en-US" sz="1800" b="1" dirty="0"/>
              <a:t>Authors:</a:t>
            </a:r>
            <a:r>
              <a:rPr lang="en-US" sz="1800" dirty="0"/>
              <a:t> Santosh Kumar </a:t>
            </a:r>
            <a:r>
              <a:rPr lang="en-US" sz="1800" dirty="0" err="1"/>
              <a:t>Satapathy</a:t>
            </a:r>
            <a:r>
              <a:rPr lang="en-US" sz="1800" dirty="0"/>
              <a:t>, </a:t>
            </a:r>
            <a:r>
              <a:rPr lang="en-US" sz="1800" dirty="0" err="1"/>
              <a:t>Rutvikraj</a:t>
            </a:r>
            <a:r>
              <a:rPr lang="en-US" sz="1800" dirty="0"/>
              <a:t> Vala, &amp; Shiv </a:t>
            </a:r>
            <a:r>
              <a:rPr lang="en-US" sz="1800" dirty="0" err="1"/>
              <a:t>Virpariya</a:t>
            </a:r>
            <a:br>
              <a:rPr lang="en-US" sz="1800" dirty="0"/>
            </a:br>
            <a:r>
              <a:rPr lang="en-US" sz="1800" b="1" dirty="0"/>
              <a:t>Year:</a:t>
            </a:r>
            <a:r>
              <a:rPr lang="en-US" sz="1800" dirty="0"/>
              <a:t> 2022</a:t>
            </a:r>
            <a:br>
              <a:rPr lang="en-US" sz="1800" dirty="0"/>
            </a:br>
            <a:r>
              <a:rPr lang="en-US" sz="1800" b="1" dirty="0"/>
              <a:t>Summary:</a:t>
            </a:r>
            <a:r>
              <a:rPr lang="en-US" sz="1800" dirty="0"/>
              <a:t> This paper presents a system for predicting second-hand car prices using machine learning models like </a:t>
            </a:r>
            <a:r>
              <a:rPr lang="en-US" sz="1800" dirty="0" err="1"/>
              <a:t>XGBoost</a:t>
            </a:r>
            <a:r>
              <a:rPr lang="en-US" sz="1800" dirty="0"/>
              <a:t> and Random Forest, achieving up to 92.66% accuracy. The model is integrated into a user-friendly web application hosted on Heroku.</a:t>
            </a:r>
          </a:p>
          <a:p>
            <a:endParaRPr lang="en-IN" dirty="0"/>
          </a:p>
        </p:txBody>
      </p:sp>
    </p:spTree>
    <p:extLst>
      <p:ext uri="{BB962C8B-B14F-4D97-AF65-F5344CB8AC3E}">
        <p14:creationId xmlns:p14="http://schemas.microsoft.com/office/powerpoint/2010/main" val="3606226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47F07D-1D10-1F45-4CBA-B08B03CB3392}"/>
              </a:ext>
            </a:extLst>
          </p:cNvPr>
          <p:cNvSpPr txBox="1"/>
          <p:nvPr/>
        </p:nvSpPr>
        <p:spPr>
          <a:xfrm>
            <a:off x="452283" y="892302"/>
            <a:ext cx="8485239" cy="6740307"/>
          </a:xfrm>
          <a:prstGeom prst="rect">
            <a:avLst/>
          </a:prstGeom>
          <a:noFill/>
        </p:spPr>
        <p:txBody>
          <a:bodyPr wrap="square">
            <a:spAutoFit/>
          </a:bodyPr>
          <a:lstStyle/>
          <a:p>
            <a:endParaRPr lang="en-US" dirty="0"/>
          </a:p>
          <a:p>
            <a:pPr marL="342900" indent="-342900">
              <a:buFont typeface="+mj-lt"/>
              <a:buAutoNum type="arabicPeriod" startAt="3"/>
            </a:pPr>
            <a:r>
              <a:rPr lang="en-US" b="1" dirty="0"/>
              <a:t>Title:</a:t>
            </a:r>
            <a:r>
              <a:rPr lang="en-US" dirty="0"/>
              <a:t> "Prediction of Used Car Prices Using Artificial Neural Networks and Machine Learning"</a:t>
            </a:r>
            <a:br>
              <a:rPr lang="en-US" dirty="0"/>
            </a:br>
            <a:r>
              <a:rPr lang="en-US" b="1" dirty="0"/>
              <a:t>Authors:</a:t>
            </a:r>
            <a:r>
              <a:rPr lang="en-US" dirty="0"/>
              <a:t> Janke </a:t>
            </a:r>
            <a:r>
              <a:rPr lang="en-US" dirty="0" err="1"/>
              <a:t>Varshitha</a:t>
            </a:r>
            <a:r>
              <a:rPr lang="en-US" dirty="0"/>
              <a:t>, K. Jahnavi, &amp; Dr. C. Lakshmi</a:t>
            </a:r>
            <a:br>
              <a:rPr lang="en-US" dirty="0"/>
            </a:br>
            <a:r>
              <a:rPr lang="en-US" b="1" dirty="0"/>
              <a:t>Year:</a:t>
            </a:r>
            <a:r>
              <a:rPr lang="en-US" dirty="0"/>
              <a:t> 2020</a:t>
            </a:r>
            <a:br>
              <a:rPr lang="en-US" dirty="0"/>
            </a:br>
            <a:r>
              <a:rPr lang="en-US" b="1" dirty="0"/>
              <a:t>Summary:</a:t>
            </a:r>
            <a:r>
              <a:rPr lang="en-US" dirty="0"/>
              <a:t> This paper investigates various machine learning models, including Linear Regression, Lasso Regression, Ridge Regression, Random Forest, and Deep Neural Networks (10 layers), for predicting used car prices. Random Forest achieved the highest efficiency (RMSE: 0.746, R²: 0.917), followed by Deep Neural Networks (RMSE: 0.766, R²: 0.842). The study emphasizes data preprocessing and normalization to improve model accuracy.</a:t>
            </a:r>
          </a:p>
          <a:p>
            <a:pPr marL="342900" indent="-342900">
              <a:buFont typeface="+mj-lt"/>
              <a:buAutoNum type="arabicPeriod" startAt="3"/>
            </a:pPr>
            <a:endParaRPr lang="en-US" dirty="0"/>
          </a:p>
          <a:p>
            <a:pPr marL="342900" indent="-342900">
              <a:buFont typeface="+mj-lt"/>
              <a:buAutoNum type="arabicPeriod" startAt="3"/>
            </a:pPr>
            <a:r>
              <a:rPr lang="en-US" b="1" dirty="0"/>
              <a:t>Title:</a:t>
            </a:r>
            <a:r>
              <a:rPr lang="en-US" dirty="0"/>
              <a:t> "An Effective Pre-Owned Car Price Prediction Based on Multi Linear Regression Technique"</a:t>
            </a:r>
            <a:br>
              <a:rPr lang="en-US" dirty="0"/>
            </a:br>
            <a:r>
              <a:rPr lang="en-US" b="1" dirty="0"/>
              <a:t>Authors:</a:t>
            </a:r>
            <a:r>
              <a:rPr lang="en-US" dirty="0"/>
              <a:t> Aman Kumar, Dheeraj Singh, Keshav Chauhan, &amp; Guru Prasad M. S.</a:t>
            </a:r>
            <a:br>
              <a:rPr lang="en-US" dirty="0"/>
            </a:br>
            <a:r>
              <a:rPr lang="en-US" b="1" dirty="0"/>
              <a:t>Year:</a:t>
            </a:r>
            <a:r>
              <a:rPr lang="en-US" dirty="0"/>
              <a:t> 2021</a:t>
            </a:r>
            <a:br>
              <a:rPr lang="en-US" dirty="0"/>
            </a:br>
            <a:r>
              <a:rPr lang="en-US" b="1" dirty="0"/>
              <a:t>Summary:</a:t>
            </a:r>
            <a:r>
              <a:rPr lang="en-US" dirty="0"/>
              <a:t> This paper utilizes the Multi Linear Regression technique for predicting the prices of pre-owned cars. It emphasizes the importance of preprocessing steps, such as managing missing data and encoding categorical variables, to enhance model performance. The proposed approach demonstrates efficiency in providing accurate price predictions for used cars.</a:t>
            </a:r>
          </a:p>
          <a:p>
            <a:endParaRPr lang="en-US" dirty="0"/>
          </a:p>
          <a:p>
            <a:endParaRPr lang="en-US" dirty="0"/>
          </a:p>
          <a:p>
            <a:endParaRPr lang="en-US" dirty="0"/>
          </a:p>
        </p:txBody>
      </p:sp>
    </p:spTree>
    <p:extLst>
      <p:ext uri="{BB962C8B-B14F-4D97-AF65-F5344CB8AC3E}">
        <p14:creationId xmlns:p14="http://schemas.microsoft.com/office/powerpoint/2010/main" val="3151879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4F81E-D182-120C-609A-B9F048267CC2}"/>
              </a:ext>
            </a:extLst>
          </p:cNvPr>
          <p:cNvSpPr>
            <a:spLocks noGrp="1"/>
          </p:cNvSpPr>
          <p:nvPr/>
        </p:nvSpPr>
        <p:spPr>
          <a:xfrm>
            <a:off x="1700981" y="280220"/>
            <a:ext cx="6814368" cy="1366684"/>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ln w="9525">
                  <a:solidFill>
                    <a:schemeClr val="bg1"/>
                  </a:solidFill>
                  <a:prstDash val="solid"/>
                </a:ln>
                <a:solidFill>
                  <a:schemeClr val="accent1"/>
                </a:solidFill>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rPr>
              <a:t>SYSTEM REQUIREMENTS </a:t>
            </a:r>
            <a:endParaRPr lang="en-IN" dirty="0">
              <a:solidFill>
                <a:schemeClr val="accent1"/>
              </a:solidFill>
            </a:endParaRPr>
          </a:p>
        </p:txBody>
      </p:sp>
      <p:graphicFrame>
        <p:nvGraphicFramePr>
          <p:cNvPr id="6" name="Diagram 5">
            <a:extLst>
              <a:ext uri="{FF2B5EF4-FFF2-40B4-BE49-F238E27FC236}">
                <a16:creationId xmlns:a16="http://schemas.microsoft.com/office/drawing/2014/main" id="{69867083-554E-9B69-EEAA-C90FCE4845E6}"/>
              </a:ext>
            </a:extLst>
          </p:cNvPr>
          <p:cNvGraphicFramePr/>
          <p:nvPr>
            <p:extLst>
              <p:ext uri="{D42A27DB-BD31-4B8C-83A1-F6EECF244321}">
                <p14:modId xmlns:p14="http://schemas.microsoft.com/office/powerpoint/2010/main" val="2422633235"/>
              </p:ext>
            </p:extLst>
          </p:nvPr>
        </p:nvGraphicFramePr>
        <p:xfrm>
          <a:off x="275303" y="1907458"/>
          <a:ext cx="8573729" cy="38247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5806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A12B7-89DC-24D1-87D6-A678C4B8B9B3}"/>
              </a:ext>
            </a:extLst>
          </p:cNvPr>
          <p:cNvSpPr>
            <a:spLocks noGrp="1"/>
          </p:cNvSpPr>
          <p:nvPr>
            <p:ph type="title"/>
          </p:nvPr>
        </p:nvSpPr>
        <p:spPr>
          <a:xfrm>
            <a:off x="2694038" y="425446"/>
            <a:ext cx="4129548" cy="1325563"/>
          </a:xfrm>
        </p:spPr>
        <p:txBody>
          <a:bodyPr/>
          <a:lstStyle/>
          <a:p>
            <a:r>
              <a:rPr lang="en-IN" b="1" dirty="0">
                <a:solidFill>
                  <a:srgbClr val="FF0000"/>
                </a:solidFill>
                <a:latin typeface="Times New Roman" panose="02020603050405020304" pitchFamily="18" charset="0"/>
                <a:cs typeface="Times New Roman" panose="02020603050405020304" pitchFamily="18" charset="0"/>
              </a:rPr>
              <a:t>FLOW DIAGRAM</a:t>
            </a:r>
          </a:p>
        </p:txBody>
      </p:sp>
      <p:pic>
        <p:nvPicPr>
          <p:cNvPr id="4" name="Picture 3">
            <a:extLst>
              <a:ext uri="{FF2B5EF4-FFF2-40B4-BE49-F238E27FC236}">
                <a16:creationId xmlns:a16="http://schemas.microsoft.com/office/drawing/2014/main" id="{516BF9C1-5892-C92C-E34E-0DB2BECFA5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852" y="1346560"/>
            <a:ext cx="7954485" cy="4772691"/>
          </a:xfrm>
          <a:prstGeom prst="rect">
            <a:avLst/>
          </a:prstGeom>
        </p:spPr>
      </p:pic>
    </p:spTree>
    <p:extLst>
      <p:ext uri="{BB962C8B-B14F-4D97-AF65-F5344CB8AC3E}">
        <p14:creationId xmlns:p14="http://schemas.microsoft.com/office/powerpoint/2010/main" val="4155315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3DEC7F-4D89-429F-7EDF-E3A141BDCED2}"/>
              </a:ext>
            </a:extLst>
          </p:cNvPr>
          <p:cNvSpPr txBox="1"/>
          <p:nvPr/>
        </p:nvSpPr>
        <p:spPr>
          <a:xfrm>
            <a:off x="2797276" y="759231"/>
            <a:ext cx="3141407" cy="523220"/>
          </a:xfrm>
          <a:prstGeom prst="rect">
            <a:avLst/>
          </a:prstGeom>
          <a:noFill/>
        </p:spPr>
        <p:txBody>
          <a:bodyPr wrap="square">
            <a:spAutoFit/>
          </a:bodyPr>
          <a:lstStyle/>
          <a:p>
            <a:r>
              <a:rPr lang="en-IN" sz="2800" b="1" dirty="0">
                <a:solidFill>
                  <a:schemeClr val="accent1">
                    <a:lumMod val="75000"/>
                  </a:schemeClr>
                </a:solidFill>
              </a:rPr>
              <a:t>IMPLEMENTATION</a:t>
            </a:r>
          </a:p>
        </p:txBody>
      </p:sp>
      <p:pic>
        <p:nvPicPr>
          <p:cNvPr id="5" name="Picture 4">
            <a:extLst>
              <a:ext uri="{FF2B5EF4-FFF2-40B4-BE49-F238E27FC236}">
                <a16:creationId xmlns:a16="http://schemas.microsoft.com/office/drawing/2014/main" id="{B291CA61-CC1E-647B-8EA4-2999D997AF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928" y="3578363"/>
            <a:ext cx="7993627" cy="1608731"/>
          </a:xfrm>
          <a:prstGeom prst="rect">
            <a:avLst/>
          </a:prstGeom>
        </p:spPr>
      </p:pic>
      <p:sp>
        <p:nvSpPr>
          <p:cNvPr id="7" name="TextBox 6">
            <a:extLst>
              <a:ext uri="{FF2B5EF4-FFF2-40B4-BE49-F238E27FC236}">
                <a16:creationId xmlns:a16="http://schemas.microsoft.com/office/drawing/2014/main" id="{AF5E7605-56CB-7F6C-E186-089481028655}"/>
              </a:ext>
            </a:extLst>
          </p:cNvPr>
          <p:cNvSpPr txBox="1"/>
          <p:nvPr/>
        </p:nvSpPr>
        <p:spPr>
          <a:xfrm>
            <a:off x="648929" y="1726690"/>
            <a:ext cx="7993626" cy="1477328"/>
          </a:xfrm>
          <a:prstGeom prst="rect">
            <a:avLst/>
          </a:prstGeom>
          <a:noFill/>
        </p:spPr>
        <p:txBody>
          <a:bodyPr wrap="square">
            <a:spAutoFit/>
          </a:bodyPr>
          <a:lstStyle/>
          <a:p>
            <a:r>
              <a:rPr lang="en-US" dirty="0"/>
              <a:t>The dataset, sourced from Kaggle, provides detailed information on used cars, including features such as car name, brand, model, vehicle age, kilometers driven, seller type, fuel type, transmission type, mileage, engine capacity, maximum power, number of seats, and selling price. These attributes are crucial for analyzing the factors influencing car prices.</a:t>
            </a:r>
            <a:endParaRPr lang="en-IN" dirty="0"/>
          </a:p>
        </p:txBody>
      </p:sp>
    </p:spTree>
    <p:extLst>
      <p:ext uri="{BB962C8B-B14F-4D97-AF65-F5344CB8AC3E}">
        <p14:creationId xmlns:p14="http://schemas.microsoft.com/office/powerpoint/2010/main" val="2893417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1D0829-7276-2272-EA66-91A83B5D91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19527"/>
            <a:ext cx="8888361" cy="3618945"/>
          </a:xfrm>
          <a:prstGeom prst="rect">
            <a:avLst/>
          </a:prstGeom>
        </p:spPr>
      </p:pic>
      <p:pic>
        <p:nvPicPr>
          <p:cNvPr id="7" name="Picture 6">
            <a:extLst>
              <a:ext uri="{FF2B5EF4-FFF2-40B4-BE49-F238E27FC236}">
                <a16:creationId xmlns:a16="http://schemas.microsoft.com/office/drawing/2014/main" id="{284C825E-5506-3EB7-10BD-52421E502101}"/>
              </a:ext>
            </a:extLst>
          </p:cNvPr>
          <p:cNvPicPr>
            <a:picLocks noChangeAspect="1"/>
          </p:cNvPicPr>
          <p:nvPr/>
        </p:nvPicPr>
        <p:blipFill>
          <a:blip r:embed="rId3"/>
          <a:stretch>
            <a:fillRect/>
          </a:stretch>
        </p:blipFill>
        <p:spPr>
          <a:xfrm>
            <a:off x="1571206" y="791464"/>
            <a:ext cx="6001588" cy="457264"/>
          </a:xfrm>
          <a:prstGeom prst="rect">
            <a:avLst/>
          </a:prstGeom>
        </p:spPr>
      </p:pic>
      <p:sp>
        <p:nvSpPr>
          <p:cNvPr id="3" name="TextBox 2">
            <a:extLst>
              <a:ext uri="{FF2B5EF4-FFF2-40B4-BE49-F238E27FC236}">
                <a16:creationId xmlns:a16="http://schemas.microsoft.com/office/drawing/2014/main" id="{5891B5B4-DCE8-3AA0-2A2B-1F6E2C7F73C3}"/>
              </a:ext>
            </a:extLst>
          </p:cNvPr>
          <p:cNvSpPr txBox="1"/>
          <p:nvPr/>
        </p:nvSpPr>
        <p:spPr>
          <a:xfrm>
            <a:off x="604684" y="5471091"/>
            <a:ext cx="8283677" cy="612988"/>
          </a:xfrm>
          <a:prstGeom prst="rect">
            <a:avLst/>
          </a:prstGeom>
          <a:noFill/>
        </p:spPr>
        <p:txBody>
          <a:bodyPr wrap="square">
            <a:spAutoFit/>
          </a:bodyPr>
          <a:lstStyle/>
          <a:p>
            <a:pPr algn="l">
              <a:spcAft>
                <a:spcPts val="675"/>
              </a:spcAft>
              <a:buFont typeface="Arial" panose="020B0604020202020204" pitchFamily="34" charset="0"/>
              <a:buChar char="•"/>
            </a:pPr>
            <a:r>
              <a:rPr lang="en-US" sz="1400" i="0" dirty="0">
                <a:solidFill>
                  <a:srgbClr val="000000"/>
                </a:solidFill>
                <a:effectLst/>
                <a:latin typeface="Helvetica Neue"/>
              </a:rPr>
              <a:t> </a:t>
            </a:r>
            <a:r>
              <a:rPr lang="en-US" sz="1400" i="0" dirty="0" err="1">
                <a:solidFill>
                  <a:srgbClr val="000000"/>
                </a:solidFill>
                <a:effectLst/>
                <a:latin typeface="Helvetica Neue"/>
              </a:rPr>
              <a:t>Km_driven</a:t>
            </a:r>
            <a:r>
              <a:rPr lang="en-US" sz="1400" i="0" dirty="0">
                <a:solidFill>
                  <a:srgbClr val="000000"/>
                </a:solidFill>
                <a:effectLst/>
                <a:latin typeface="Helvetica Neue"/>
              </a:rPr>
              <a:t>, </a:t>
            </a:r>
            <a:r>
              <a:rPr lang="en-US" sz="1400" i="0" dirty="0" err="1">
                <a:solidFill>
                  <a:srgbClr val="000000"/>
                </a:solidFill>
                <a:effectLst/>
                <a:latin typeface="Helvetica Neue"/>
              </a:rPr>
              <a:t>max_power</a:t>
            </a:r>
            <a:r>
              <a:rPr lang="en-US" sz="1400" i="0" dirty="0">
                <a:solidFill>
                  <a:srgbClr val="000000"/>
                </a:solidFill>
                <a:effectLst/>
                <a:latin typeface="Helvetica Neue"/>
              </a:rPr>
              <a:t>, </a:t>
            </a:r>
            <a:r>
              <a:rPr lang="en-US" sz="1400" i="0" dirty="0" err="1">
                <a:solidFill>
                  <a:srgbClr val="000000"/>
                </a:solidFill>
                <a:effectLst/>
                <a:latin typeface="Helvetica Neue"/>
              </a:rPr>
              <a:t>selling_price</a:t>
            </a:r>
            <a:r>
              <a:rPr lang="en-US" sz="1400" i="0" dirty="0">
                <a:solidFill>
                  <a:srgbClr val="000000"/>
                </a:solidFill>
                <a:effectLst/>
                <a:latin typeface="Helvetica Neue"/>
              </a:rPr>
              <a:t>, and engine are right skewed and </a:t>
            </a:r>
            <a:r>
              <a:rPr lang="en-US" sz="1400" i="0" dirty="0" err="1">
                <a:solidFill>
                  <a:srgbClr val="000000"/>
                </a:solidFill>
                <a:effectLst/>
                <a:latin typeface="Helvetica Neue"/>
              </a:rPr>
              <a:t>postively</a:t>
            </a:r>
            <a:r>
              <a:rPr lang="en-US" sz="1400" i="0" dirty="0">
                <a:solidFill>
                  <a:srgbClr val="000000"/>
                </a:solidFill>
                <a:effectLst/>
                <a:latin typeface="Helvetica Neue"/>
              </a:rPr>
              <a:t> skewed.</a:t>
            </a:r>
          </a:p>
          <a:p>
            <a:pPr algn="l">
              <a:spcAft>
                <a:spcPts val="675"/>
              </a:spcAft>
              <a:buFont typeface="Arial" panose="020B0604020202020204" pitchFamily="34" charset="0"/>
              <a:buChar char="•"/>
            </a:pPr>
            <a:r>
              <a:rPr lang="en-US" sz="1400" i="0" dirty="0">
                <a:solidFill>
                  <a:srgbClr val="000000"/>
                </a:solidFill>
                <a:effectLst/>
                <a:latin typeface="Helvetica Neue"/>
              </a:rPr>
              <a:t> Outliers in </a:t>
            </a:r>
            <a:r>
              <a:rPr lang="en-US" sz="1400" i="0" dirty="0" err="1">
                <a:solidFill>
                  <a:srgbClr val="000000"/>
                </a:solidFill>
                <a:effectLst/>
                <a:latin typeface="Helvetica Neue"/>
              </a:rPr>
              <a:t>km_driven</a:t>
            </a:r>
            <a:r>
              <a:rPr lang="en-US" sz="1400" i="0" dirty="0">
                <a:solidFill>
                  <a:srgbClr val="000000"/>
                </a:solidFill>
                <a:effectLst/>
                <a:latin typeface="Helvetica Neue"/>
              </a:rPr>
              <a:t>, engine, </a:t>
            </a:r>
            <a:r>
              <a:rPr lang="en-US" sz="1400" i="0" dirty="0" err="1">
                <a:solidFill>
                  <a:srgbClr val="000000"/>
                </a:solidFill>
                <a:effectLst/>
                <a:latin typeface="Helvetica Neue"/>
              </a:rPr>
              <a:t>selling_price</a:t>
            </a:r>
            <a:r>
              <a:rPr lang="en-US" sz="1400" i="0" dirty="0">
                <a:solidFill>
                  <a:srgbClr val="000000"/>
                </a:solidFill>
                <a:effectLst/>
                <a:latin typeface="Helvetica Neue"/>
              </a:rPr>
              <a:t>, and max power.</a:t>
            </a:r>
          </a:p>
        </p:txBody>
      </p:sp>
    </p:spTree>
    <p:extLst>
      <p:ext uri="{BB962C8B-B14F-4D97-AF65-F5344CB8AC3E}">
        <p14:creationId xmlns:p14="http://schemas.microsoft.com/office/powerpoint/2010/main" val="219201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088B13-25A9-57CB-58E2-F0B41ED52D1B}"/>
              </a:ext>
            </a:extLst>
          </p:cNvPr>
          <p:cNvPicPr>
            <a:picLocks noChangeAspect="1"/>
          </p:cNvPicPr>
          <p:nvPr/>
        </p:nvPicPr>
        <p:blipFill>
          <a:blip r:embed="rId2"/>
          <a:stretch>
            <a:fillRect/>
          </a:stretch>
        </p:blipFill>
        <p:spPr>
          <a:xfrm>
            <a:off x="1923111" y="660481"/>
            <a:ext cx="4648849" cy="342948"/>
          </a:xfrm>
          <a:prstGeom prst="rect">
            <a:avLst/>
          </a:prstGeom>
        </p:spPr>
      </p:pic>
      <p:pic>
        <p:nvPicPr>
          <p:cNvPr id="9" name="Picture 8">
            <a:extLst>
              <a:ext uri="{FF2B5EF4-FFF2-40B4-BE49-F238E27FC236}">
                <a16:creationId xmlns:a16="http://schemas.microsoft.com/office/drawing/2014/main" id="{DA6BDD5F-CF96-2787-0F96-17100A66B3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265" y="1093249"/>
            <a:ext cx="7570838" cy="2806651"/>
          </a:xfrm>
          <a:prstGeom prst="rect">
            <a:avLst/>
          </a:prstGeom>
        </p:spPr>
      </p:pic>
      <p:pic>
        <p:nvPicPr>
          <p:cNvPr id="11" name="Picture 10">
            <a:extLst>
              <a:ext uri="{FF2B5EF4-FFF2-40B4-BE49-F238E27FC236}">
                <a16:creationId xmlns:a16="http://schemas.microsoft.com/office/drawing/2014/main" id="{6FFB168A-B0DC-2971-BACE-B6BBE627FD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076" y="3899900"/>
            <a:ext cx="7384027" cy="2628719"/>
          </a:xfrm>
          <a:prstGeom prst="rect">
            <a:avLst/>
          </a:prstGeom>
        </p:spPr>
      </p:pic>
    </p:spTree>
    <p:extLst>
      <p:ext uri="{BB962C8B-B14F-4D97-AF65-F5344CB8AC3E}">
        <p14:creationId xmlns:p14="http://schemas.microsoft.com/office/powerpoint/2010/main" val="2279068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F2FC32-3503-7CC0-0D6A-353C7D18ADC7}"/>
              </a:ext>
            </a:extLst>
          </p:cNvPr>
          <p:cNvSpPr txBox="1"/>
          <p:nvPr/>
        </p:nvSpPr>
        <p:spPr>
          <a:xfrm>
            <a:off x="2443018" y="715879"/>
            <a:ext cx="4572000" cy="369332"/>
          </a:xfrm>
          <a:prstGeom prst="rect">
            <a:avLst/>
          </a:prstGeom>
          <a:noFill/>
        </p:spPr>
        <p:txBody>
          <a:bodyPr wrap="square">
            <a:spAutoFit/>
          </a:bodyPr>
          <a:lstStyle/>
          <a:p>
            <a:r>
              <a:rPr lang="en-IN" sz="1800" b="1" dirty="0"/>
              <a:t>Heatmap for Multivariate Analysis</a:t>
            </a:r>
            <a:endParaRPr lang="en-IN" sz="1800" dirty="0"/>
          </a:p>
        </p:txBody>
      </p:sp>
      <p:pic>
        <p:nvPicPr>
          <p:cNvPr id="7" name="Picture 6">
            <a:extLst>
              <a:ext uri="{FF2B5EF4-FFF2-40B4-BE49-F238E27FC236}">
                <a16:creationId xmlns:a16="http://schemas.microsoft.com/office/drawing/2014/main" id="{B938D18D-1790-B055-738B-2ACE60E0B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472" y="1163782"/>
            <a:ext cx="7980219" cy="4978339"/>
          </a:xfrm>
          <a:prstGeom prst="rect">
            <a:avLst/>
          </a:prstGeom>
        </p:spPr>
      </p:pic>
    </p:spTree>
    <p:extLst>
      <p:ext uri="{BB962C8B-B14F-4D97-AF65-F5344CB8AC3E}">
        <p14:creationId xmlns:p14="http://schemas.microsoft.com/office/powerpoint/2010/main" val="418631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D48B03-8729-76E9-8812-4096D8DC3523}"/>
              </a:ext>
            </a:extLst>
          </p:cNvPr>
          <p:cNvSpPr txBox="1"/>
          <p:nvPr/>
        </p:nvSpPr>
        <p:spPr>
          <a:xfrm>
            <a:off x="2590800" y="688170"/>
            <a:ext cx="3773055" cy="584775"/>
          </a:xfrm>
          <a:prstGeom prst="rect">
            <a:avLst/>
          </a:prstGeom>
          <a:noFill/>
        </p:spPr>
        <p:txBody>
          <a:bodyPr wrap="square">
            <a:spAutoFit/>
          </a:bodyPr>
          <a:lstStyle/>
          <a:p>
            <a:pPr algn="l"/>
            <a:r>
              <a:rPr lang="en-IN" sz="3200" b="1" i="0" dirty="0">
                <a:solidFill>
                  <a:schemeClr val="accent1"/>
                </a:solidFill>
                <a:effectLst/>
                <a:latin typeface="Helvetica Neue"/>
              </a:rPr>
              <a:t>Model Selection</a:t>
            </a:r>
          </a:p>
        </p:txBody>
      </p:sp>
      <p:sp>
        <p:nvSpPr>
          <p:cNvPr id="5" name="TextBox 4">
            <a:extLst>
              <a:ext uri="{FF2B5EF4-FFF2-40B4-BE49-F238E27FC236}">
                <a16:creationId xmlns:a16="http://schemas.microsoft.com/office/drawing/2014/main" id="{F21521BE-71BF-7B9B-90C5-B3D002C6F2C2}"/>
              </a:ext>
            </a:extLst>
          </p:cNvPr>
          <p:cNvSpPr txBox="1"/>
          <p:nvPr/>
        </p:nvSpPr>
        <p:spPr>
          <a:xfrm>
            <a:off x="417945" y="1272945"/>
            <a:ext cx="8421255" cy="923330"/>
          </a:xfrm>
          <a:prstGeom prst="rect">
            <a:avLst/>
          </a:prstGeom>
          <a:noFill/>
        </p:spPr>
        <p:txBody>
          <a:bodyPr wrap="square">
            <a:spAutoFit/>
          </a:bodyPr>
          <a:lstStyle/>
          <a:p>
            <a:pPr marL="285750" indent="-285750">
              <a:spcAft>
                <a:spcPts val="675"/>
              </a:spcAft>
              <a:buFont typeface="Wingdings" panose="05000000000000000000" pitchFamily="2" charset="2"/>
              <a:buChar char="Ø"/>
            </a:pPr>
            <a:r>
              <a:rPr lang="en-US" i="0" dirty="0">
                <a:solidFill>
                  <a:srgbClr val="000000"/>
                </a:solidFill>
                <a:effectLst/>
                <a:latin typeface="Helvetica Neue"/>
              </a:rPr>
              <a:t>Here should understand the Various Regression models with default values from these models we can choose top 4 with Highest Accuracy score and proceed with </a:t>
            </a:r>
            <a:r>
              <a:rPr lang="en-US" i="0" dirty="0" err="1">
                <a:solidFill>
                  <a:srgbClr val="000000"/>
                </a:solidFill>
                <a:effectLst/>
                <a:latin typeface="Helvetica Neue"/>
              </a:rPr>
              <a:t>HyperParameter</a:t>
            </a:r>
            <a:r>
              <a:rPr lang="en-US" i="0" dirty="0">
                <a:solidFill>
                  <a:srgbClr val="000000"/>
                </a:solidFill>
                <a:effectLst/>
                <a:latin typeface="Helvetica Neue"/>
              </a:rPr>
              <a:t> Tuning.</a:t>
            </a:r>
          </a:p>
        </p:txBody>
      </p:sp>
      <p:pic>
        <p:nvPicPr>
          <p:cNvPr id="7" name="Picture 6">
            <a:extLst>
              <a:ext uri="{FF2B5EF4-FFF2-40B4-BE49-F238E27FC236}">
                <a16:creationId xmlns:a16="http://schemas.microsoft.com/office/drawing/2014/main" id="{5E6C1B4F-CEAB-86AB-9DC3-E45F21BA4F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454" y="2507428"/>
            <a:ext cx="3296110" cy="3505689"/>
          </a:xfrm>
          <a:prstGeom prst="rect">
            <a:avLst/>
          </a:prstGeom>
        </p:spPr>
      </p:pic>
      <p:sp>
        <p:nvSpPr>
          <p:cNvPr id="9" name="TextBox 8">
            <a:extLst>
              <a:ext uri="{FF2B5EF4-FFF2-40B4-BE49-F238E27FC236}">
                <a16:creationId xmlns:a16="http://schemas.microsoft.com/office/drawing/2014/main" id="{732310A4-5859-7C08-7F2B-91C26855235A}"/>
              </a:ext>
            </a:extLst>
          </p:cNvPr>
          <p:cNvSpPr txBox="1"/>
          <p:nvPr/>
        </p:nvSpPr>
        <p:spPr>
          <a:xfrm>
            <a:off x="4477327" y="2719908"/>
            <a:ext cx="4267200" cy="329320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sz="1600" dirty="0"/>
              <a:t>The table shows the performance comparison of various regression models based on their R2 Score. The models include </a:t>
            </a:r>
            <a:r>
              <a:rPr lang="en-US" sz="1600" dirty="0" err="1"/>
              <a:t>CatBoost</a:t>
            </a:r>
            <a:r>
              <a:rPr lang="en-US" sz="1600" dirty="0"/>
              <a:t> Regressor, </a:t>
            </a:r>
            <a:r>
              <a:rPr lang="en-US" sz="1600" dirty="0" err="1"/>
              <a:t>XGBRegressor</a:t>
            </a:r>
            <a:r>
              <a:rPr lang="en-US" sz="1600" dirty="0"/>
              <a:t>, Random Forest Regressor, and others. Among these, the </a:t>
            </a:r>
            <a:r>
              <a:rPr lang="en-US" sz="1600" dirty="0" err="1"/>
              <a:t>CatBoost</a:t>
            </a:r>
            <a:r>
              <a:rPr lang="en-US" sz="1600" dirty="0"/>
              <a:t> Regressor achieves the highest R2 score of 0.9433, followed closely by </a:t>
            </a:r>
            <a:r>
              <a:rPr lang="en-US" sz="1600" dirty="0" err="1"/>
              <a:t>XGBRegressor</a:t>
            </a:r>
            <a:r>
              <a:rPr lang="en-US" sz="1600" dirty="0"/>
              <a:t> with 0.9405, demonstrating their superior accuracy in predicting car prices. These results highlight the effectiveness of ensemble methods like </a:t>
            </a:r>
            <a:r>
              <a:rPr lang="en-US" sz="1600" dirty="0" err="1"/>
              <a:t>CatBoost</a:t>
            </a:r>
            <a:r>
              <a:rPr lang="en-US" sz="1600" dirty="0"/>
              <a:t> and </a:t>
            </a:r>
            <a:r>
              <a:rPr lang="en-US" sz="1600" dirty="0" err="1"/>
              <a:t>XGBoost</a:t>
            </a:r>
            <a:r>
              <a:rPr lang="en-US" sz="1600" dirty="0"/>
              <a:t> over traditional models such as Linear Regression and Decision Trees, which have lower R2 scores.</a:t>
            </a:r>
            <a:endParaRPr lang="en-IN" sz="1600" dirty="0"/>
          </a:p>
        </p:txBody>
      </p:sp>
    </p:spTree>
    <p:extLst>
      <p:ext uri="{BB962C8B-B14F-4D97-AF65-F5344CB8AC3E}">
        <p14:creationId xmlns:p14="http://schemas.microsoft.com/office/powerpoint/2010/main" val="2678632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ADC4A6-0E31-867B-040D-C8F56F556A08}"/>
              </a:ext>
            </a:extLst>
          </p:cNvPr>
          <p:cNvSpPr txBox="1"/>
          <p:nvPr/>
        </p:nvSpPr>
        <p:spPr>
          <a:xfrm>
            <a:off x="1052946" y="771344"/>
            <a:ext cx="6363855" cy="461665"/>
          </a:xfrm>
          <a:prstGeom prst="rect">
            <a:avLst/>
          </a:prstGeom>
          <a:noFill/>
        </p:spPr>
        <p:txBody>
          <a:bodyPr wrap="square">
            <a:spAutoFit/>
          </a:bodyPr>
          <a:lstStyle/>
          <a:p>
            <a:pPr algn="l"/>
            <a:r>
              <a:rPr lang="en-US" sz="2400" b="1" i="0" dirty="0">
                <a:solidFill>
                  <a:schemeClr val="accent1">
                    <a:lumMod val="75000"/>
                  </a:schemeClr>
                </a:solidFill>
                <a:effectLst/>
                <a:latin typeface="Helvetica Neue"/>
              </a:rPr>
              <a:t>Retraining the Model with best Parameters</a:t>
            </a:r>
          </a:p>
        </p:txBody>
      </p:sp>
      <p:pic>
        <p:nvPicPr>
          <p:cNvPr id="5" name="Picture 4">
            <a:extLst>
              <a:ext uri="{FF2B5EF4-FFF2-40B4-BE49-F238E27FC236}">
                <a16:creationId xmlns:a16="http://schemas.microsoft.com/office/drawing/2014/main" id="{C16E838A-0698-CDC0-0299-634289E88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747" y="2112783"/>
            <a:ext cx="3353268" cy="1962424"/>
          </a:xfrm>
          <a:prstGeom prst="rect">
            <a:avLst/>
          </a:prstGeom>
        </p:spPr>
      </p:pic>
      <p:sp>
        <p:nvSpPr>
          <p:cNvPr id="7" name="TextBox 6">
            <a:extLst>
              <a:ext uri="{FF2B5EF4-FFF2-40B4-BE49-F238E27FC236}">
                <a16:creationId xmlns:a16="http://schemas.microsoft.com/office/drawing/2014/main" id="{17FEFCD2-8219-EA5D-0B7D-4FB7F9ADA6FC}"/>
              </a:ext>
            </a:extLst>
          </p:cNvPr>
          <p:cNvSpPr txBox="1"/>
          <p:nvPr/>
        </p:nvSpPr>
        <p:spPr>
          <a:xfrm>
            <a:off x="4234873" y="1801333"/>
            <a:ext cx="4572000" cy="2585323"/>
          </a:xfrm>
          <a:prstGeom prst="rect">
            <a:avLst/>
          </a:prstGeom>
        </p:spPr>
        <p:style>
          <a:lnRef idx="1">
            <a:schemeClr val="accent3"/>
          </a:lnRef>
          <a:fillRef idx="3">
            <a:schemeClr val="accent3"/>
          </a:fillRef>
          <a:effectRef idx="2">
            <a:schemeClr val="accent3"/>
          </a:effectRef>
          <a:fontRef idx="minor">
            <a:schemeClr val="lt1"/>
          </a:fontRef>
        </p:style>
        <p:txBody>
          <a:bodyPr wrap="square">
            <a:spAutoFit/>
          </a:bodyPr>
          <a:lstStyle/>
          <a:p>
            <a:r>
              <a:rPr lang="en-US" dirty="0"/>
              <a:t>This table compares the performance of four regression models using the R2R^2 R2-Score. The </a:t>
            </a:r>
            <a:r>
              <a:rPr lang="en-US" b="1" dirty="0" err="1"/>
              <a:t>CatBoosting</a:t>
            </a:r>
            <a:r>
              <a:rPr lang="en-US" b="1" dirty="0"/>
              <a:t> Regressor</a:t>
            </a:r>
            <a:r>
              <a:rPr lang="en-US" dirty="0"/>
              <a:t> achieves the highest accuracy with an R2R^2 R2-Score of </a:t>
            </a:r>
            <a:r>
              <a:rPr lang="en-US" b="1" dirty="0"/>
              <a:t>0.9437</a:t>
            </a:r>
            <a:r>
              <a:rPr lang="en-US" dirty="0"/>
              <a:t>, followed closely by </a:t>
            </a:r>
            <a:r>
              <a:rPr lang="en-US" b="1" dirty="0" err="1"/>
              <a:t>XGBoost</a:t>
            </a:r>
            <a:r>
              <a:rPr lang="en-US" dirty="0"/>
              <a:t> (</a:t>
            </a:r>
            <a:r>
              <a:rPr lang="en-US" b="1" dirty="0"/>
              <a:t>0.9414</a:t>
            </a:r>
            <a:r>
              <a:rPr lang="en-US" dirty="0"/>
              <a:t>) and </a:t>
            </a:r>
            <a:r>
              <a:rPr lang="en-US" b="1" dirty="0"/>
              <a:t>Random Forest</a:t>
            </a:r>
            <a:r>
              <a:rPr lang="en-US" dirty="0"/>
              <a:t> (</a:t>
            </a:r>
            <a:r>
              <a:rPr lang="en-US" b="1" dirty="0"/>
              <a:t>0.9400</a:t>
            </a:r>
            <a:r>
              <a:rPr lang="en-US" dirty="0"/>
              <a:t>). The </a:t>
            </a:r>
            <a:r>
              <a:rPr lang="en-US" b="1" dirty="0"/>
              <a:t>K-Neighbors Regressor</a:t>
            </a:r>
            <a:r>
              <a:rPr lang="en-US" dirty="0"/>
              <a:t> has the lowest R2R^2R2-Score of </a:t>
            </a:r>
            <a:r>
              <a:rPr lang="en-US" b="1" dirty="0"/>
              <a:t>0.9261</a:t>
            </a:r>
            <a:r>
              <a:rPr lang="en-US" dirty="0"/>
              <a:t>, indicating slightly less accurate predictions.</a:t>
            </a:r>
            <a:endParaRPr lang="en-IN" dirty="0"/>
          </a:p>
        </p:txBody>
      </p:sp>
      <p:graphicFrame>
        <p:nvGraphicFramePr>
          <p:cNvPr id="10" name="Diagram 9">
            <a:extLst>
              <a:ext uri="{FF2B5EF4-FFF2-40B4-BE49-F238E27FC236}">
                <a16:creationId xmlns:a16="http://schemas.microsoft.com/office/drawing/2014/main" id="{44DB1CF3-1795-5825-4B0B-5CD5540DBC8E}"/>
              </a:ext>
            </a:extLst>
          </p:cNvPr>
          <p:cNvGraphicFramePr/>
          <p:nvPr>
            <p:extLst>
              <p:ext uri="{D42A27DB-BD31-4B8C-83A1-F6EECF244321}">
                <p14:modId xmlns:p14="http://schemas.microsoft.com/office/powerpoint/2010/main" val="1206265889"/>
              </p:ext>
            </p:extLst>
          </p:nvPr>
        </p:nvGraphicFramePr>
        <p:xfrm>
          <a:off x="1452418" y="5081764"/>
          <a:ext cx="6497782" cy="3693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4393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C504-28D2-47C8-2566-C58C0FE0C5E8}"/>
              </a:ext>
            </a:extLst>
          </p:cNvPr>
          <p:cNvSpPr>
            <a:spLocks noGrp="1"/>
          </p:cNvSpPr>
          <p:nvPr>
            <p:ph type="title"/>
          </p:nvPr>
        </p:nvSpPr>
        <p:spPr>
          <a:xfrm>
            <a:off x="628650" y="365126"/>
            <a:ext cx="2557002" cy="1325563"/>
          </a:xfrm>
        </p:spPr>
        <p:txBody>
          <a:bodyPr/>
          <a:lstStyle/>
          <a:p>
            <a:r>
              <a:rPr lang="en-IN" b="1" dirty="0">
                <a:solidFill>
                  <a:srgbClr val="FF0000"/>
                </a:solidFill>
                <a:latin typeface="Times New Roman" panose="02020603050405020304" pitchFamily="18" charset="0"/>
                <a:cs typeface="Times New Roman" panose="02020603050405020304" pitchFamily="18" charset="0"/>
              </a:rPr>
              <a:t>Final Result</a:t>
            </a:r>
          </a:p>
        </p:txBody>
      </p:sp>
      <p:pic>
        <p:nvPicPr>
          <p:cNvPr id="6" name="Picture 5">
            <a:extLst>
              <a:ext uri="{FF2B5EF4-FFF2-40B4-BE49-F238E27FC236}">
                <a16:creationId xmlns:a16="http://schemas.microsoft.com/office/drawing/2014/main" id="{7484BC44-B96A-D1C5-6DCB-79811245A5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62400"/>
            <a:ext cx="9144000" cy="2426723"/>
          </a:xfrm>
          <a:prstGeom prst="rect">
            <a:avLst/>
          </a:prstGeom>
        </p:spPr>
      </p:pic>
      <p:sp>
        <p:nvSpPr>
          <p:cNvPr id="8" name="TextBox 7">
            <a:extLst>
              <a:ext uri="{FF2B5EF4-FFF2-40B4-BE49-F238E27FC236}">
                <a16:creationId xmlns:a16="http://schemas.microsoft.com/office/drawing/2014/main" id="{80744330-6C43-5C3B-B7BA-9C6DCC433335}"/>
              </a:ext>
            </a:extLst>
          </p:cNvPr>
          <p:cNvSpPr txBox="1"/>
          <p:nvPr/>
        </p:nvSpPr>
        <p:spPr>
          <a:xfrm>
            <a:off x="628650" y="1169301"/>
            <a:ext cx="8112226" cy="2585323"/>
          </a:xfrm>
          <a:prstGeom prst="rect">
            <a:avLst/>
          </a:prstGeom>
          <a:noFill/>
        </p:spPr>
        <p:txBody>
          <a:bodyPr wrap="square">
            <a:spAutoFit/>
          </a:bodyPr>
          <a:lstStyle/>
          <a:p>
            <a:endParaRPr lang="en-US" dirty="0"/>
          </a:p>
          <a:p>
            <a:r>
              <a:rPr lang="en-US" dirty="0"/>
              <a:t>We are using the </a:t>
            </a:r>
            <a:r>
              <a:rPr lang="en-US" b="1" dirty="0" err="1"/>
              <a:t>CatBoosting</a:t>
            </a:r>
            <a:r>
              <a:rPr lang="en-US" b="1" dirty="0"/>
              <a:t> Regressor</a:t>
            </a:r>
            <a:r>
              <a:rPr lang="en-US" dirty="0"/>
              <a:t> model for car price prediction because it outperforms other models in terms of R² score and error values. To demonstrate its application, let's take an example where we input details of a </a:t>
            </a:r>
            <a:r>
              <a:rPr lang="en-US" b="1" dirty="0"/>
              <a:t>Maruti Alto</a:t>
            </a:r>
            <a:r>
              <a:rPr lang="en-US" dirty="0"/>
              <a:t>, which is 5 years old, has 50,000 kilometers driven, and is sold by an individual. Additional features like fuel type, transmission, mileage, engine size, and power are also provided. After applying necessary preprocessing steps to the input data, the model predicts the car's selling price to be ₹279,487.59. This example showcases how the trained model can effectively predict prices based on various car attributes.</a:t>
            </a:r>
          </a:p>
        </p:txBody>
      </p:sp>
    </p:spTree>
    <p:extLst>
      <p:ext uri="{BB962C8B-B14F-4D97-AF65-F5344CB8AC3E}">
        <p14:creationId xmlns:p14="http://schemas.microsoft.com/office/powerpoint/2010/main" val="3007359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91576-DB05-68AE-F8FF-3671D0BE0DF6}"/>
              </a:ext>
            </a:extLst>
          </p:cNvPr>
          <p:cNvSpPr>
            <a:spLocks noGrp="1"/>
          </p:cNvSpPr>
          <p:nvPr>
            <p:ph type="title"/>
          </p:nvPr>
        </p:nvSpPr>
        <p:spPr/>
        <p:txBody>
          <a:bodyPr/>
          <a:lstStyle/>
          <a:p>
            <a:r>
              <a:rPr lang="en-IN" b="1" dirty="0">
                <a:solidFill>
                  <a:schemeClr val="accent1">
                    <a:lumMod val="75000"/>
                  </a:schemeClr>
                </a:solidFill>
              </a:rPr>
              <a:t>CONCLUSION</a:t>
            </a:r>
          </a:p>
        </p:txBody>
      </p:sp>
      <p:sp>
        <p:nvSpPr>
          <p:cNvPr id="3" name="Content Placeholder 2">
            <a:extLst>
              <a:ext uri="{FF2B5EF4-FFF2-40B4-BE49-F238E27FC236}">
                <a16:creationId xmlns:a16="http://schemas.microsoft.com/office/drawing/2014/main" id="{548F4F04-534C-1269-9001-047CAB3A8128}"/>
              </a:ext>
            </a:extLst>
          </p:cNvPr>
          <p:cNvSpPr>
            <a:spLocks noGrp="1"/>
          </p:cNvSpPr>
          <p:nvPr>
            <p:ph idx="1"/>
          </p:nvPr>
        </p:nvSpPr>
        <p:spPr>
          <a:xfrm>
            <a:off x="628650" y="1326861"/>
            <a:ext cx="7886700" cy="2774084"/>
          </a:xfrm>
        </p:spPr>
        <p:txBody>
          <a:bodyPr>
            <a:normAutofit/>
          </a:bodyPr>
          <a:lstStyle/>
          <a:p>
            <a:r>
              <a:rPr lang="en-US" sz="2000" dirty="0">
                <a:latin typeface="Times New Roman" panose="02020603050405020304" pitchFamily="18" charset="0"/>
                <a:cs typeface="Times New Roman" panose="02020603050405020304" pitchFamily="18" charset="0"/>
              </a:rPr>
              <a:t>In this project, we have successfully developed a car price prediction model using various machine learning algorithms. The model performance was evaluated using metrics like R2 score, and the results indicated that ensemble methods such as </a:t>
            </a:r>
            <a:r>
              <a:rPr lang="en-US" sz="2000" dirty="0" err="1">
                <a:latin typeface="Times New Roman" panose="02020603050405020304" pitchFamily="18" charset="0"/>
                <a:cs typeface="Times New Roman" panose="02020603050405020304" pitchFamily="18" charset="0"/>
              </a:rPr>
              <a:t>CatBoost</a:t>
            </a:r>
            <a:r>
              <a:rPr lang="en-US" sz="2000" dirty="0">
                <a:latin typeface="Times New Roman" panose="02020603050405020304" pitchFamily="18" charset="0"/>
                <a:cs typeface="Times New Roman" panose="02020603050405020304" pitchFamily="18" charset="0"/>
              </a:rPr>
              <a:t> Regressor and </a:t>
            </a:r>
            <a:r>
              <a:rPr lang="en-US" sz="2000" dirty="0" err="1">
                <a:latin typeface="Times New Roman" panose="02020603050405020304" pitchFamily="18" charset="0"/>
                <a:cs typeface="Times New Roman" panose="02020603050405020304" pitchFamily="18" charset="0"/>
              </a:rPr>
              <a:t>XGBRegressor</a:t>
            </a:r>
            <a:r>
              <a:rPr lang="en-US" sz="2000" dirty="0">
                <a:latin typeface="Times New Roman" panose="02020603050405020304" pitchFamily="18" charset="0"/>
                <a:cs typeface="Times New Roman" panose="02020603050405020304" pitchFamily="18" charset="0"/>
              </a:rPr>
              <a:t> outperformed traditional regression models like Linear Regression and Decision Trees, achieving higher accuracy. The project demonstrates the potential of machine learning in automating and enhancing the process of used car price prediction, providing valuable insights for both buyers and sellers in the automotive market.</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88FFAFE-DF20-F02F-11DF-F943E8799F39}"/>
              </a:ext>
            </a:extLst>
          </p:cNvPr>
          <p:cNvSpPr txBox="1"/>
          <p:nvPr/>
        </p:nvSpPr>
        <p:spPr>
          <a:xfrm>
            <a:off x="628650" y="4100945"/>
            <a:ext cx="4572000" cy="523220"/>
          </a:xfrm>
          <a:prstGeom prst="rect">
            <a:avLst/>
          </a:prstGeom>
          <a:noFill/>
        </p:spPr>
        <p:txBody>
          <a:bodyPr wrap="square">
            <a:spAutoFit/>
          </a:bodyPr>
          <a:lstStyle/>
          <a:p>
            <a:r>
              <a:rPr lang="en-IN" sz="2800" b="1" dirty="0">
                <a:solidFill>
                  <a:schemeClr val="accent1">
                    <a:lumMod val="75000"/>
                  </a:schemeClr>
                </a:solidFill>
              </a:rPr>
              <a:t>FUTURE SCOPE</a:t>
            </a:r>
          </a:p>
        </p:txBody>
      </p:sp>
      <p:graphicFrame>
        <p:nvGraphicFramePr>
          <p:cNvPr id="7" name="Diagram 6">
            <a:extLst>
              <a:ext uri="{FF2B5EF4-FFF2-40B4-BE49-F238E27FC236}">
                <a16:creationId xmlns:a16="http://schemas.microsoft.com/office/drawing/2014/main" id="{37209249-B3D4-7151-DB29-8E9F8F2D3F34}"/>
              </a:ext>
            </a:extLst>
          </p:cNvPr>
          <p:cNvGraphicFramePr/>
          <p:nvPr>
            <p:extLst>
              <p:ext uri="{D42A27DB-BD31-4B8C-83A1-F6EECF244321}">
                <p14:modId xmlns:p14="http://schemas.microsoft.com/office/powerpoint/2010/main" val="2909737554"/>
              </p:ext>
            </p:extLst>
          </p:nvPr>
        </p:nvGraphicFramePr>
        <p:xfrm>
          <a:off x="831215" y="4624165"/>
          <a:ext cx="7084291" cy="1477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965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FDFF-5339-34DD-FE84-69EBB1F0F295}"/>
              </a:ext>
            </a:extLst>
          </p:cNvPr>
          <p:cNvSpPr>
            <a:spLocks noGrp="1"/>
          </p:cNvSpPr>
          <p:nvPr>
            <p:ph type="title"/>
          </p:nvPr>
        </p:nvSpPr>
        <p:spPr>
          <a:xfrm>
            <a:off x="1007341" y="534166"/>
            <a:ext cx="2982768" cy="1020329"/>
          </a:xfrm>
        </p:spPr>
        <p:txBody>
          <a:bodyPr>
            <a:normAutofit/>
          </a:bodyPr>
          <a:lstStyle/>
          <a:p>
            <a:r>
              <a:rPr lang="en-IN" sz="4400" b="1" dirty="0">
                <a:solidFill>
                  <a:schemeClr val="accent1">
                    <a:lumMod val="75000"/>
                  </a:schemeClr>
                </a:solidFill>
              </a:rPr>
              <a:t>References</a:t>
            </a:r>
          </a:p>
        </p:txBody>
      </p:sp>
      <p:sp>
        <p:nvSpPr>
          <p:cNvPr id="4" name="Rectangle 1">
            <a:extLst>
              <a:ext uri="{FF2B5EF4-FFF2-40B4-BE49-F238E27FC236}">
                <a16:creationId xmlns:a16="http://schemas.microsoft.com/office/drawing/2014/main" id="{004D9673-221C-46BC-6E0D-1D93AF63B4A5}"/>
              </a:ext>
            </a:extLst>
          </p:cNvPr>
          <p:cNvSpPr>
            <a:spLocks noGrp="1" noChangeArrowheads="1"/>
          </p:cNvSpPr>
          <p:nvPr>
            <p:ph idx="1"/>
          </p:nvPr>
        </p:nvSpPr>
        <p:spPr bwMode="auto">
          <a:xfrm>
            <a:off x="341745" y="1379004"/>
            <a:ext cx="8173605" cy="524457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1028700" lvl="2" indent="-342900" defTabSz="914400" eaLnBrk="0" fontAlgn="base" hangingPunct="0">
              <a:lnSpc>
                <a:spcPct val="150000"/>
              </a:lnSpc>
              <a:spcBef>
                <a:spcPct val="0"/>
              </a:spcBef>
              <a:spcAft>
                <a:spcPct val="0"/>
              </a:spcAft>
              <a:buFont typeface="+mj-lt"/>
              <a:buAutoNum type="arabicParen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 V. Narayana, S.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Bademiya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 L.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Likhitha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K.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Kusumanjali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"Machine Learning Techniques to Predict the Price of Used Cars: Predictive Analytics in Retail Business," 2021.</a:t>
            </a:r>
          </a:p>
          <a:p>
            <a:pPr marL="1028700" lvl="2" indent="-342900" defTabSz="914400" eaLnBrk="0" fontAlgn="base" hangingPunct="0">
              <a:lnSpc>
                <a:spcPct val="150000"/>
              </a:lnSpc>
              <a:spcBef>
                <a:spcPct val="0"/>
              </a:spcBef>
              <a:spcAft>
                <a:spcPct val="0"/>
              </a:spcAft>
              <a:buFont typeface="+mj-lt"/>
              <a:buAutoNum type="arabicParen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028700" lvl="2" indent="-342900" defTabSz="914400" eaLnBrk="0" fontAlgn="base" hangingPunct="0">
              <a:lnSpc>
                <a:spcPct val="150000"/>
              </a:lnSpc>
              <a:spcBef>
                <a:spcPct val="0"/>
              </a:spcBef>
              <a:spcAft>
                <a:spcPct val="0"/>
              </a:spcAft>
              <a:buFont typeface="+mj-lt"/>
              <a:buAutoNum type="arabicParen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 K.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Satapathy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 Vala, and S.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Virpariya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Automated Car Price Prediction System Using Effective Machine Learning Techniques," 2022.</a:t>
            </a:r>
          </a:p>
          <a:p>
            <a:pPr marL="1028700" lvl="2" indent="-342900" defTabSz="914400" eaLnBrk="0" fontAlgn="base" hangingPunct="0">
              <a:lnSpc>
                <a:spcPct val="150000"/>
              </a:lnSpc>
              <a:spcBef>
                <a:spcPct val="0"/>
              </a:spcBef>
              <a:spcAft>
                <a:spcPct val="0"/>
              </a:spcAft>
              <a:buFont typeface="+mj-lt"/>
              <a:buAutoNum type="arabicParen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028700" lvl="2" indent="-342900" defTabSz="914400" eaLnBrk="0" fontAlgn="base" hangingPunct="0">
              <a:lnSpc>
                <a:spcPct val="150000"/>
              </a:lnSpc>
              <a:spcBef>
                <a:spcPct val="0"/>
              </a:spcBef>
              <a:spcAft>
                <a:spcPct val="0"/>
              </a:spcAft>
              <a:buFont typeface="+mj-lt"/>
              <a:buAutoNum type="arabicParen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Varshitha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 Jahnavi, and C. Lakshmi, "Prediction of Used Car Prices Using Artificial Neural Networks and Machine Learning," 2020.</a:t>
            </a:r>
          </a:p>
          <a:p>
            <a:pPr marL="1028700" lvl="2" indent="-342900" defTabSz="914400" eaLnBrk="0" fontAlgn="base" hangingPunct="0">
              <a:lnSpc>
                <a:spcPct val="150000"/>
              </a:lnSpc>
              <a:spcBef>
                <a:spcPct val="0"/>
              </a:spcBef>
              <a:spcAft>
                <a:spcPct val="0"/>
              </a:spcAft>
              <a:buFont typeface="+mj-lt"/>
              <a:buAutoNum type="arabicParen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028700" lvl="2" indent="-342900" defTabSz="914400" eaLnBrk="0" fontAlgn="base" hangingPunct="0">
              <a:lnSpc>
                <a:spcPct val="150000"/>
              </a:lnSpc>
              <a:spcBef>
                <a:spcPct val="0"/>
              </a:spcBef>
              <a:spcAft>
                <a:spcPct val="0"/>
              </a:spcAft>
              <a:buFont typeface="+mj-lt"/>
              <a:buAutoNum type="arabicParen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Kumar, D. Singh, K. Chauhan, and G. P. M. S., "An Effective Pre-Owned Car Price Prediction Based on Multi Linear Regression Technique," 2021.</a:t>
            </a:r>
          </a:p>
          <a:p>
            <a:pPr marL="1028700" lvl="2" indent="-342900" defTabSz="914400" eaLnBrk="0" fontAlgn="base" hangingPunct="0">
              <a:lnSpc>
                <a:spcPct val="150000"/>
              </a:lnSpc>
              <a:spcBef>
                <a:spcPct val="0"/>
              </a:spcBef>
              <a:spcAft>
                <a:spcPct val="0"/>
              </a:spcAft>
              <a:buFont typeface="+mj-lt"/>
              <a:buAutoNum type="arabicParen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028700" lvl="2" indent="-342900" defTabSz="914400" eaLnBrk="0" fontAlgn="base" hangingPunct="0">
              <a:lnSpc>
                <a:spcPct val="150000"/>
              </a:lnSpc>
              <a:spcBef>
                <a:spcPct val="0"/>
              </a:spcBef>
              <a:spcAft>
                <a:spcPct val="0"/>
              </a:spcAft>
              <a:buFont typeface="+mj-lt"/>
              <a:buAutoNum type="arabicParenR"/>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Annina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 M. S. D., and R. B., "An Overview of Machine Learning and its Applications,"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 Journal of Electrical Sciences &amp; Engineering (IJESE)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2015, pp. 22-24.</a:t>
            </a:r>
          </a:p>
        </p:txBody>
      </p:sp>
    </p:spTree>
    <p:extLst>
      <p:ext uri="{BB962C8B-B14F-4D97-AF65-F5344CB8AC3E}">
        <p14:creationId xmlns:p14="http://schemas.microsoft.com/office/powerpoint/2010/main" val="155123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0E35505-4772-8B01-C2AD-CD7D5BF0692F}"/>
              </a:ext>
            </a:extLst>
          </p:cNvPr>
          <p:cNvSpPr>
            <a:spLocks noGrp="1" noChangeArrowheads="1"/>
          </p:cNvSpPr>
          <p:nvPr>
            <p:ph idx="1"/>
          </p:nvPr>
        </p:nvSpPr>
        <p:spPr bwMode="auto">
          <a:xfrm>
            <a:off x="628650" y="781010"/>
            <a:ext cx="7886700" cy="5590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6"/>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 </a:t>
            </a: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Storchmann</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the depreciation of automobiles: An international comparison," Department of Economics, Yale University, 2004, pp. 372-373.</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6"/>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6"/>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 Gupta, "Regression vs. Classification in Machine Learning," Oct. 6, 2021. [Online]. Available: https://www.springboard.com/blog/data-science/regression-vs-classification/. [Accessed: Mar. 6, 2022].</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6"/>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6"/>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 Frost, "Overfitting Regression Models," </a:t>
            </a:r>
            <a:r>
              <a:rPr kumimoji="0" lang="en-US" altLang="en-US" sz="15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Statistics by Jim</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2022. [Online]. Available: https://statisticsbyjim.com/regression/overfitting-regression-models/. [Accessed: Apr. 18, 2022].</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6"/>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6"/>
              <a:tabLst/>
            </a:pP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Skikit</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 "Supervised learning." [Online]. Available: https://scikit-learn.org/stable/supervised_learning.html#supervised-learning. [Accessed: Mar. 12, 2022].</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6"/>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arenR" startAt="6"/>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Jain, "A Complete Tutorial on Ridge and Lasso Regression in Python," Jan. 28, 2016. [Online]. Available: https://www.analyticsvidhya.com/blog/2016/01/ridge-lasso-regression-python-complete-tutorial/. [Accessed: Mar. 12, 2022].</a:t>
            </a:r>
          </a:p>
        </p:txBody>
      </p:sp>
    </p:spTree>
    <p:extLst>
      <p:ext uri="{BB962C8B-B14F-4D97-AF65-F5344CB8AC3E}">
        <p14:creationId xmlns:p14="http://schemas.microsoft.com/office/powerpoint/2010/main" val="1972506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10768F-B5E4-9DF1-1AE1-3738D20F72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87078"/>
            <a:ext cx="9144000" cy="6070922"/>
          </a:xfrm>
          <a:prstGeom prst="rect">
            <a:avLst/>
          </a:prstGeom>
        </p:spPr>
      </p:pic>
    </p:spTree>
    <p:extLst>
      <p:ext uri="{BB962C8B-B14F-4D97-AF65-F5344CB8AC3E}">
        <p14:creationId xmlns:p14="http://schemas.microsoft.com/office/powerpoint/2010/main" val="3895844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CD3F9EF61A60049BAFF133E05C9E85D" ma:contentTypeVersion="8" ma:contentTypeDescription="Create a new document." ma:contentTypeScope="" ma:versionID="26b27960fcbdc745f8f0cb56c4949ebc">
  <xsd:schema xmlns:xsd="http://www.w3.org/2001/XMLSchema" xmlns:xs="http://www.w3.org/2001/XMLSchema" xmlns:p="http://schemas.microsoft.com/office/2006/metadata/properties" xmlns:ns2="8c0d2376-7cc1-4fcb-86ee-a7ac6eca7267" targetNamespace="http://schemas.microsoft.com/office/2006/metadata/properties" ma:root="true" ma:fieldsID="27711fd0fcd2cc0203e3c8ed1112b1e4" ns2:_="">
    <xsd:import namespace="8c0d2376-7cc1-4fcb-86ee-a7ac6eca726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0d2376-7cc1-4fcb-86ee-a7ac6eca72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48D1516-36B0-44A7-8215-39E9EDCC15C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C7B46D6C-B677-4B2D-A347-5DFF0BFC01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0d2376-7cc1-4fcb-86ee-a7ac6eca72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78B77FB-EC26-4431-954A-6EA47D31C7B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586</TotalTime>
  <Words>1760</Words>
  <Application>Microsoft Office PowerPoint</Application>
  <PresentationFormat>On-screen Show (4:3)</PresentationFormat>
  <Paragraphs>104</Paragraphs>
  <Slides>19</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Arial</vt:lpstr>
      <vt:lpstr>Calibri</vt:lpstr>
      <vt:lpstr>Calibri Light</vt:lpstr>
      <vt:lpstr>Cambria</vt:lpstr>
      <vt:lpstr>Helvetica Neue</vt:lpstr>
      <vt:lpstr>Times New Roman</vt:lpstr>
      <vt:lpstr>Wingdings</vt:lpstr>
      <vt:lpstr>Office Theme</vt:lpstr>
      <vt:lpstr>Custom Design</vt:lpstr>
      <vt:lpstr>PowerPoint Presentation</vt:lpstr>
      <vt:lpstr>PowerPoint Presentation</vt:lpstr>
      <vt:lpstr>Introduction</vt:lpstr>
      <vt:lpstr>PowerPoint Presentation</vt:lpstr>
      <vt:lpstr>LITERATURE SURVEY</vt:lpstr>
      <vt:lpstr>PowerPoint Presentation</vt:lpstr>
      <vt:lpstr>PowerPoint Presentation</vt:lpstr>
      <vt:lpstr>FLOW DIAGRAM</vt:lpstr>
      <vt:lpstr>PowerPoint Presentation</vt:lpstr>
      <vt:lpstr>PowerPoint Presentation</vt:lpstr>
      <vt:lpstr>PowerPoint Presentation</vt:lpstr>
      <vt:lpstr>PowerPoint Presentation</vt:lpstr>
      <vt:lpstr>PowerPoint Presentation</vt:lpstr>
      <vt:lpstr>PowerPoint Presentation</vt:lpstr>
      <vt:lpstr>Final Result</vt:lpstr>
      <vt:lpstr>CONCLUSION</vt:lpstr>
      <vt:lpstr>References</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dc:creator>
  <cp:lastModifiedBy>Deekshith Shaiva</cp:lastModifiedBy>
  <cp:revision>29</cp:revision>
  <dcterms:created xsi:type="dcterms:W3CDTF">2023-11-27T05:29:55Z</dcterms:created>
  <dcterms:modified xsi:type="dcterms:W3CDTF">2024-12-14T07:50:10Z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0x010100ACD3F9EF61A60049BAFF133E05C9E85D</vt:lpwstr>
  </property>
</Properties>
</file>